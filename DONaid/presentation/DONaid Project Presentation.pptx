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340" r:id="rId5"/>
    <p:sldId id="361" r:id="rId6"/>
    <p:sldId id="341" r:id="rId7"/>
    <p:sldId id="369" r:id="rId8"/>
    <p:sldId id="371" r:id="rId9"/>
    <p:sldId id="370" r:id="rId10"/>
    <p:sldId id="364" r:id="rId11"/>
    <p:sldId id="343" r:id="rId12"/>
    <p:sldId id="372" r:id="rId13"/>
    <p:sldId id="350" r:id="rId14"/>
    <p:sldId id="352" r:id="rId15"/>
    <p:sldId id="353" r:id="rId16"/>
    <p:sldId id="357" r:id="rId17"/>
    <p:sldId id="367" r:id="rId18"/>
    <p:sldId id="358" r:id="rId19"/>
    <p:sldId id="356" r:id="rId20"/>
    <p:sldId id="373" r:id="rId21"/>
    <p:sldId id="374" r:id="rId22"/>
    <p:sldId id="375" r:id="rId23"/>
    <p:sldId id="376" r:id="rId24"/>
    <p:sldId id="365" r:id="rId25"/>
    <p:sldId id="366" r:id="rId26"/>
    <p:sldId id="377" r:id="rId27"/>
    <p:sldId id="378" r:id="rId28"/>
    <p:sldId id="379" r:id="rId29"/>
    <p:sldId id="380" r:id="rId30"/>
    <p:sldId id="354" r:id="rId31"/>
    <p:sldId id="382" r:id="rId32"/>
    <p:sldId id="360" r:id="rId33"/>
    <p:sldId id="35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9883EC-4E63-4ED0-87EE-A6202BBDEA42}" v="158" dt="2026-03-29T03:38:36.761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 autoAdjust="0"/>
  </p:normalViewPr>
  <p:slideViewPr>
    <p:cSldViewPr snapToGrid="0">
      <p:cViewPr varScale="1">
        <p:scale>
          <a:sx n="88" d="100"/>
          <a:sy n="88" d="100"/>
        </p:scale>
        <p:origin x="615" y="270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a Bosco" userId="34d2248b7b366c5d" providerId="LiveId" clId="{1F79D049-B36B-4B72-9C02-E53242B45241}"/>
    <pc:docChg chg="undo custSel addSld delSld modSld sldOrd">
      <pc:chgData name="Justina Bosco" userId="34d2248b7b366c5d" providerId="LiveId" clId="{1F79D049-B36B-4B72-9C02-E53242B45241}" dt="2026-03-29T03:38:43.097" v="3394" actId="47"/>
      <pc:docMkLst>
        <pc:docMk/>
      </pc:docMkLst>
      <pc:sldChg chg="addSp modSp mod">
        <pc:chgData name="Justina Bosco" userId="34d2248b7b366c5d" providerId="LiveId" clId="{1F79D049-B36B-4B72-9C02-E53242B45241}" dt="2026-03-29T02:58:32.154" v="3387" actId="207"/>
        <pc:sldMkLst>
          <pc:docMk/>
          <pc:sldMk cId="431835888" sldId="340"/>
        </pc:sldMkLst>
        <pc:spChg chg="mod">
          <ac:chgData name="Justina Bosco" userId="34d2248b7b366c5d" providerId="LiveId" clId="{1F79D049-B36B-4B72-9C02-E53242B45241}" dt="2026-03-28T07:56:51.935" v="238" actId="20577"/>
          <ac:spMkLst>
            <pc:docMk/>
            <pc:sldMk cId="431835888" sldId="340"/>
            <ac:spMk id="2" creationId="{9AA762A4-2E4B-23FB-9F8B-D54C0F90A08A}"/>
          </ac:spMkLst>
        </pc:spChg>
        <pc:spChg chg="add mod">
          <ac:chgData name="Justina Bosco" userId="34d2248b7b366c5d" providerId="LiveId" clId="{1F79D049-B36B-4B72-9C02-E53242B45241}" dt="2026-03-29T02:58:32.154" v="3387" actId="207"/>
          <ac:spMkLst>
            <pc:docMk/>
            <pc:sldMk cId="431835888" sldId="340"/>
            <ac:spMk id="3" creationId="{B233E4C2-1C12-B431-5782-D8699B8AFBF3}"/>
          </ac:spMkLst>
        </pc:spChg>
      </pc:sldChg>
      <pc:sldChg chg="modSp mod ord">
        <pc:chgData name="Justina Bosco" userId="34d2248b7b366c5d" providerId="LiveId" clId="{1F79D049-B36B-4B72-9C02-E53242B45241}" dt="2026-03-28T09:08:57.441" v="1811"/>
        <pc:sldMkLst>
          <pc:docMk/>
          <pc:sldMk cId="909924710" sldId="341"/>
        </pc:sldMkLst>
        <pc:spChg chg="mod">
          <ac:chgData name="Justina Bosco" userId="34d2248b7b366c5d" providerId="LiveId" clId="{1F79D049-B36B-4B72-9C02-E53242B45241}" dt="2026-03-28T09:08:37.475" v="1808" actId="20577"/>
          <ac:spMkLst>
            <pc:docMk/>
            <pc:sldMk cId="909924710" sldId="341"/>
            <ac:spMk id="2" creationId="{562B7740-ED88-9F6A-89FF-4B0DFAAC36EA}"/>
          </ac:spMkLst>
        </pc:spChg>
        <pc:spChg chg="mod">
          <ac:chgData name="Justina Bosco" userId="34d2248b7b366c5d" providerId="LiveId" clId="{1F79D049-B36B-4B72-9C02-E53242B45241}" dt="2026-03-28T09:08:52.300" v="1809"/>
          <ac:spMkLst>
            <pc:docMk/>
            <pc:sldMk cId="909924710" sldId="341"/>
            <ac:spMk id="3" creationId="{39A25282-EE8D-71BA-6317-EECFE33238DC}"/>
          </ac:spMkLst>
        </pc:spChg>
      </pc:sldChg>
      <pc:sldChg chg="addSp delSp modSp mod">
        <pc:chgData name="Justina Bosco" userId="34d2248b7b366c5d" providerId="LiveId" clId="{1F79D049-B36B-4B72-9C02-E53242B45241}" dt="2026-03-28T09:56:59.417" v="2146" actId="478"/>
        <pc:sldMkLst>
          <pc:docMk/>
          <pc:sldMk cId="1173936384" sldId="342"/>
        </pc:sldMkLst>
        <pc:picChg chg="del">
          <ac:chgData name="Justina Bosco" userId="34d2248b7b366c5d" providerId="LiveId" clId="{1F79D049-B36B-4B72-9C02-E53242B45241}" dt="2026-03-28T09:54:56.721" v="2129" actId="478"/>
          <ac:picMkLst>
            <pc:docMk/>
            <pc:sldMk cId="1173936384" sldId="342"/>
            <ac:picMk id="5" creationId="{D1F1711C-7DEA-F343-0609-4CE537976916}"/>
          </ac:picMkLst>
        </pc:picChg>
        <pc:picChg chg="add del mod">
          <ac:chgData name="Justina Bosco" userId="34d2248b7b366c5d" providerId="LiveId" clId="{1F79D049-B36B-4B72-9C02-E53242B45241}" dt="2026-03-28T09:56:59.417" v="2146" actId="478"/>
          <ac:picMkLst>
            <pc:docMk/>
            <pc:sldMk cId="1173936384" sldId="342"/>
            <ac:picMk id="7" creationId="{1C89F339-D9CA-CE24-2E4F-1EB46404C580}"/>
          </ac:picMkLst>
        </pc:picChg>
      </pc:sldChg>
      <pc:sldChg chg="addSp delSp modSp mod ord">
        <pc:chgData name="Justina Bosco" userId="34d2248b7b366c5d" providerId="LiveId" clId="{1F79D049-B36B-4B72-9C02-E53242B45241}" dt="2026-03-28T09:14:18.924" v="1940"/>
        <pc:sldMkLst>
          <pc:docMk/>
          <pc:sldMk cId="959076531" sldId="343"/>
        </pc:sldMkLst>
        <pc:spChg chg="mod">
          <ac:chgData name="Justina Bosco" userId="34d2248b7b366c5d" providerId="LiveId" clId="{1F79D049-B36B-4B72-9C02-E53242B45241}" dt="2026-03-28T09:12:40.171" v="1931" actId="20577"/>
          <ac:spMkLst>
            <pc:docMk/>
            <pc:sldMk cId="959076531" sldId="343"/>
            <ac:spMk id="2" creationId="{798ECDD0-17F6-3312-AE6D-F7EB95E46C02}"/>
          </ac:spMkLst>
        </pc:spChg>
        <pc:spChg chg="mod">
          <ac:chgData name="Justina Bosco" userId="34d2248b7b366c5d" providerId="LiveId" clId="{1F79D049-B36B-4B72-9C02-E53242B45241}" dt="2026-03-28T09:13:21.403" v="1936" actId="1076"/>
          <ac:spMkLst>
            <pc:docMk/>
            <pc:sldMk cId="959076531" sldId="343"/>
            <ac:spMk id="3" creationId="{EB336AA5-9DDA-DA9A-5469-6885A5A84D1D}"/>
          </ac:spMkLst>
        </pc:spChg>
        <pc:picChg chg="add del mod">
          <ac:chgData name="Justina Bosco" userId="34d2248b7b366c5d" providerId="LiveId" clId="{1F79D049-B36B-4B72-9C02-E53242B45241}" dt="2026-03-28T09:12:30.355" v="1901" actId="478"/>
          <ac:picMkLst>
            <pc:docMk/>
            <pc:sldMk cId="959076531" sldId="343"/>
            <ac:picMk id="6" creationId="{CFC86CEA-A86C-7879-1C8A-692B58E2B9BE}"/>
          </ac:picMkLst>
        </pc:picChg>
      </pc:sldChg>
      <pc:sldChg chg="addSp delSp modSp mod">
        <pc:chgData name="Justina Bosco" userId="34d2248b7b366c5d" providerId="LiveId" clId="{1F79D049-B36B-4B72-9C02-E53242B45241}" dt="2026-03-28T09:30:14.206" v="2110" actId="478"/>
        <pc:sldMkLst>
          <pc:docMk/>
          <pc:sldMk cId="3937483142" sldId="344"/>
        </pc:sldMkLst>
        <pc:spChg chg="add del mod">
          <ac:chgData name="Justina Bosco" userId="34d2248b7b366c5d" providerId="LiveId" clId="{1F79D049-B36B-4B72-9C02-E53242B45241}" dt="2026-03-28T08:32:33.686" v="803" actId="478"/>
          <ac:spMkLst>
            <pc:docMk/>
            <pc:sldMk cId="3937483142" sldId="344"/>
            <ac:spMk id="6" creationId="{06D96E03-6B37-378B-27E2-64E5CF83375C}"/>
          </ac:spMkLst>
        </pc:spChg>
        <pc:spChg chg="add del mod">
          <ac:chgData name="Justina Bosco" userId="34d2248b7b366c5d" providerId="LiveId" clId="{1F79D049-B36B-4B72-9C02-E53242B45241}" dt="2026-03-28T08:32:35.911" v="805" actId="478"/>
          <ac:spMkLst>
            <pc:docMk/>
            <pc:sldMk cId="3937483142" sldId="344"/>
            <ac:spMk id="7" creationId="{65237F75-9925-CCFE-9E40-13740CBB8829}"/>
          </ac:spMkLst>
        </pc:spChg>
        <pc:spChg chg="add mod">
          <ac:chgData name="Justina Bosco" userId="34d2248b7b366c5d" providerId="LiveId" clId="{1F79D049-B36B-4B72-9C02-E53242B45241}" dt="2026-03-28T08:29:46.462" v="673" actId="1076"/>
          <ac:spMkLst>
            <pc:docMk/>
            <pc:sldMk cId="3937483142" sldId="344"/>
            <ac:spMk id="9" creationId="{52D076EC-E83F-D62F-FA47-EF2FEA981CCF}"/>
          </ac:spMkLst>
        </pc:spChg>
        <pc:picChg chg="del">
          <ac:chgData name="Justina Bosco" userId="34d2248b7b366c5d" providerId="LiveId" clId="{1F79D049-B36B-4B72-9C02-E53242B45241}" dt="2026-03-28T08:12:26.723" v="516" actId="21"/>
          <ac:picMkLst>
            <pc:docMk/>
            <pc:sldMk cId="3937483142" sldId="344"/>
            <ac:picMk id="3" creationId="{82311427-75CC-5478-B7D1-53C1E5E2B9EA}"/>
          </ac:picMkLst>
        </pc:picChg>
        <pc:picChg chg="add del mod">
          <ac:chgData name="Justina Bosco" userId="34d2248b7b366c5d" providerId="LiveId" clId="{1F79D049-B36B-4B72-9C02-E53242B45241}" dt="2026-03-28T09:30:14.206" v="2110" actId="478"/>
          <ac:picMkLst>
            <pc:docMk/>
            <pc:sldMk cId="3937483142" sldId="344"/>
            <ac:picMk id="10" creationId="{5410AB69-40D5-BD6A-F925-44EE3954BB01}"/>
          </ac:picMkLst>
        </pc:picChg>
        <pc:picChg chg="add del mod">
          <ac:chgData name="Justina Bosco" userId="34d2248b7b366c5d" providerId="LiveId" clId="{1F79D049-B36B-4B72-9C02-E53242B45241}" dt="2026-03-28T08:32:32.277" v="802" actId="478"/>
          <ac:picMkLst>
            <pc:docMk/>
            <pc:sldMk cId="3937483142" sldId="344"/>
            <ac:picMk id="3073" creationId="{12E498C3-E342-EE7A-82CC-B2D875EA5936}"/>
          </ac:picMkLst>
        </pc:picChg>
        <pc:picChg chg="add del mod">
          <ac:chgData name="Justina Bosco" userId="34d2248b7b366c5d" providerId="LiveId" clId="{1F79D049-B36B-4B72-9C02-E53242B45241}" dt="2026-03-28T08:32:37.886" v="806" actId="478"/>
          <ac:picMkLst>
            <pc:docMk/>
            <pc:sldMk cId="3937483142" sldId="344"/>
            <ac:picMk id="3074" creationId="{59A8BAA8-E7C9-D8E8-06D6-C1D3CCF84EDB}"/>
          </ac:picMkLst>
        </pc:picChg>
        <pc:picChg chg="add del mod">
          <ac:chgData name="Justina Bosco" userId="34d2248b7b366c5d" providerId="LiveId" clId="{1F79D049-B36B-4B72-9C02-E53242B45241}" dt="2026-03-28T08:32:34.527" v="804" actId="478"/>
          <ac:picMkLst>
            <pc:docMk/>
            <pc:sldMk cId="3937483142" sldId="344"/>
            <ac:picMk id="3075" creationId="{BFCB102F-7FAE-2505-1AF6-088736FAEFC9}"/>
          </ac:picMkLst>
        </pc:picChg>
      </pc:sldChg>
      <pc:sldChg chg="modSp mod">
        <pc:chgData name="Justina Bosco" userId="34d2248b7b366c5d" providerId="LiveId" clId="{1F79D049-B36B-4B72-9C02-E53242B45241}" dt="2026-03-28T09:07:30.422" v="1794" actId="20577"/>
        <pc:sldMkLst>
          <pc:docMk/>
          <pc:sldMk cId="1014413726" sldId="347"/>
        </pc:sldMkLst>
        <pc:spChg chg="mod">
          <ac:chgData name="Justina Bosco" userId="34d2248b7b366c5d" providerId="LiveId" clId="{1F79D049-B36B-4B72-9C02-E53242B45241}" dt="2026-03-28T09:02:26.295" v="1490" actId="20577"/>
          <ac:spMkLst>
            <pc:docMk/>
            <pc:sldMk cId="1014413726" sldId="347"/>
            <ac:spMk id="2" creationId="{8CC28204-2C6C-CA2B-7ACE-709BD219E7A2}"/>
          </ac:spMkLst>
        </pc:spChg>
        <pc:spChg chg="mod">
          <ac:chgData name="Justina Bosco" userId="34d2248b7b366c5d" providerId="LiveId" clId="{1F79D049-B36B-4B72-9C02-E53242B45241}" dt="2026-03-28T09:07:30.422" v="1794" actId="20577"/>
          <ac:spMkLst>
            <pc:docMk/>
            <pc:sldMk cId="1014413726" sldId="347"/>
            <ac:spMk id="3" creationId="{A83F17C7-EFB2-790A-200F-D9BF2626198F}"/>
          </ac:spMkLst>
        </pc:spChg>
      </pc:sldChg>
      <pc:sldChg chg="addSp modSp mod ord modClrScheme chgLayout">
        <pc:chgData name="Justina Bosco" userId="34d2248b7b366c5d" providerId="LiveId" clId="{1F79D049-B36B-4B72-9C02-E53242B45241}" dt="2026-03-28T09:17:06.389" v="2007" actId="20577"/>
        <pc:sldMkLst>
          <pc:docMk/>
          <pc:sldMk cId="1722147624" sldId="350"/>
        </pc:sldMkLst>
        <pc:spChg chg="mod">
          <ac:chgData name="Justina Bosco" userId="34d2248b7b366c5d" providerId="LiveId" clId="{1F79D049-B36B-4B72-9C02-E53242B45241}" dt="2026-03-28T08:11:27.229" v="508" actId="26606"/>
          <ac:spMkLst>
            <pc:docMk/>
            <pc:sldMk cId="1722147624" sldId="350"/>
            <ac:spMk id="2" creationId="{10B97DFA-9278-9CB6-C5BC-520AB107B9E7}"/>
          </ac:spMkLst>
        </pc:spChg>
        <pc:spChg chg="add mod">
          <ac:chgData name="Justina Bosco" userId="34d2248b7b366c5d" providerId="LiveId" clId="{1F79D049-B36B-4B72-9C02-E53242B45241}" dt="2026-03-28T09:17:06.389" v="2007" actId="20577"/>
          <ac:spMkLst>
            <pc:docMk/>
            <pc:sldMk cId="1722147624" sldId="350"/>
            <ac:spMk id="4" creationId="{E0800A1A-5B3C-0073-74E5-879CA0BD3350}"/>
          </ac:spMkLst>
        </pc:spChg>
        <pc:picChg chg="add mod">
          <ac:chgData name="Justina Bosco" userId="34d2248b7b366c5d" providerId="LiveId" clId="{1F79D049-B36B-4B72-9C02-E53242B45241}" dt="2026-03-28T09:16:37.154" v="1985" actId="1076"/>
          <ac:picMkLst>
            <pc:docMk/>
            <pc:sldMk cId="1722147624" sldId="350"/>
            <ac:picMk id="3" creationId="{98BF7220-4B24-2665-AB75-581F2A195F62}"/>
          </ac:picMkLst>
        </pc:picChg>
      </pc:sldChg>
      <pc:sldChg chg="addSp delSp modSp mod ord">
        <pc:chgData name="Justina Bosco" userId="34d2248b7b366c5d" providerId="LiveId" clId="{1F79D049-B36B-4B72-9C02-E53242B45241}" dt="2026-03-28T09:54:32.931" v="2124"/>
        <pc:sldMkLst>
          <pc:docMk/>
          <pc:sldMk cId="3000970981" sldId="352"/>
        </pc:sldMkLst>
        <pc:spChg chg="mod">
          <ac:chgData name="Justina Bosco" userId="34d2248b7b366c5d" providerId="LiveId" clId="{1F79D049-B36B-4B72-9C02-E53242B45241}" dt="2026-03-28T08:16:49.754" v="594" actId="20577"/>
          <ac:spMkLst>
            <pc:docMk/>
            <pc:sldMk cId="3000970981" sldId="352"/>
            <ac:spMk id="3" creationId="{8F06AC8A-162C-5E86-8A29-04B6BCDD3B87}"/>
          </ac:spMkLst>
        </pc:spChg>
        <pc:spChg chg="add del mod">
          <ac:chgData name="Justina Bosco" userId="34d2248b7b366c5d" providerId="LiveId" clId="{1F79D049-B36B-4B72-9C02-E53242B45241}" dt="2026-03-28T08:17:56.252" v="648" actId="478"/>
          <ac:spMkLst>
            <pc:docMk/>
            <pc:sldMk cId="3000970981" sldId="352"/>
            <ac:spMk id="5" creationId="{ED067EE8-4A56-0086-F561-E229BD6D6EB9}"/>
          </ac:spMkLst>
        </pc:spChg>
        <pc:graphicFrameChg chg="add del mod modGraphic">
          <ac:chgData name="Justina Bosco" userId="34d2248b7b366c5d" providerId="LiveId" clId="{1F79D049-B36B-4B72-9C02-E53242B45241}" dt="2026-03-28T08:18:56.024" v="670" actId="122"/>
          <ac:graphicFrameMkLst>
            <pc:docMk/>
            <pc:sldMk cId="3000970981" sldId="352"/>
            <ac:graphicFrameMk id="4" creationId="{FD014E9B-B0FD-5706-E957-0CE95837C16F}"/>
          </ac:graphicFrameMkLst>
        </pc:graphicFrameChg>
      </pc:sldChg>
      <pc:sldChg chg="addSp modSp mod">
        <pc:chgData name="Justina Bosco" userId="34d2248b7b366c5d" providerId="LiveId" clId="{1F79D049-B36B-4B72-9C02-E53242B45241}" dt="2026-03-28T09:01:38.101" v="1476" actId="20577"/>
        <pc:sldMkLst>
          <pc:docMk/>
          <pc:sldMk cId="3802808557" sldId="353"/>
        </pc:sldMkLst>
        <pc:spChg chg="mod">
          <ac:chgData name="Justina Bosco" userId="34d2248b7b366c5d" providerId="LiveId" clId="{1F79D049-B36B-4B72-9C02-E53242B45241}" dt="2026-03-28T08:48:52.625" v="1299"/>
          <ac:spMkLst>
            <pc:docMk/>
            <pc:sldMk cId="3802808557" sldId="353"/>
            <ac:spMk id="2" creationId="{A97AEF70-82D5-7640-21AD-BEAC8FBD4CFF}"/>
          </ac:spMkLst>
        </pc:spChg>
        <pc:spChg chg="add mod">
          <ac:chgData name="Justina Bosco" userId="34d2248b7b366c5d" providerId="LiveId" clId="{1F79D049-B36B-4B72-9C02-E53242B45241}" dt="2026-03-28T08:49:17.104" v="1303"/>
          <ac:spMkLst>
            <pc:docMk/>
            <pc:sldMk cId="3802808557" sldId="353"/>
            <ac:spMk id="3" creationId="{BFB6C65D-E8BE-645E-A0E4-CD982B4ADBAD}"/>
          </ac:spMkLst>
        </pc:spChg>
        <pc:spChg chg="add mod">
          <ac:chgData name="Justina Bosco" userId="34d2248b7b366c5d" providerId="LiveId" clId="{1F79D049-B36B-4B72-9C02-E53242B45241}" dt="2026-03-28T09:01:38.101" v="1476" actId="20577"/>
          <ac:spMkLst>
            <pc:docMk/>
            <pc:sldMk cId="3802808557" sldId="353"/>
            <ac:spMk id="4" creationId="{0E634CC2-BD91-4561-FCAE-2A7627AE8174}"/>
          </ac:spMkLst>
        </pc:spChg>
      </pc:sldChg>
      <pc:sldChg chg="addSp delSp modSp mod modClrScheme chgLayout">
        <pc:chgData name="Justina Bosco" userId="34d2248b7b366c5d" providerId="LiveId" clId="{1F79D049-B36B-4B72-9C02-E53242B45241}" dt="2026-03-28T08:41:20.103" v="1163" actId="313"/>
        <pc:sldMkLst>
          <pc:docMk/>
          <pc:sldMk cId="3119354052" sldId="354"/>
        </pc:sldMkLst>
        <pc:spChg chg="mod">
          <ac:chgData name="Justina Bosco" userId="34d2248b7b366c5d" providerId="LiveId" clId="{1F79D049-B36B-4B72-9C02-E53242B45241}" dt="2026-03-28T08:35:03.294" v="852" actId="20577"/>
          <ac:spMkLst>
            <pc:docMk/>
            <pc:sldMk cId="3119354052" sldId="354"/>
            <ac:spMk id="2" creationId="{690E1BB1-C5B6-C34A-6087-4868288761AF}"/>
          </ac:spMkLst>
        </pc:spChg>
        <pc:spChg chg="del mod">
          <ac:chgData name="Justina Bosco" userId="34d2248b7b366c5d" providerId="LiveId" clId="{1F79D049-B36B-4B72-9C02-E53242B45241}" dt="2026-03-28T08:34:48.204" v="818" actId="26606"/>
          <ac:spMkLst>
            <pc:docMk/>
            <pc:sldMk cId="3119354052" sldId="354"/>
            <ac:spMk id="3" creationId="{0A77EDD1-5A8E-0F37-E892-65A530E36B20}"/>
          </ac:spMkLst>
        </pc:spChg>
        <pc:spChg chg="del mod">
          <ac:chgData name="Justina Bosco" userId="34d2248b7b366c5d" providerId="LiveId" clId="{1F79D049-B36B-4B72-9C02-E53242B45241}" dt="2026-03-28T08:34:48.204" v="818" actId="26606"/>
          <ac:spMkLst>
            <pc:docMk/>
            <pc:sldMk cId="3119354052" sldId="354"/>
            <ac:spMk id="4" creationId="{D548ADA2-B38F-A25B-C324-05E10CE9CD9F}"/>
          </ac:spMkLst>
        </pc:spChg>
        <pc:spChg chg="add mod">
          <ac:chgData name="Justina Bosco" userId="34d2248b7b366c5d" providerId="LiveId" clId="{1F79D049-B36B-4B72-9C02-E53242B45241}" dt="2026-03-28T08:41:20.103" v="1163" actId="313"/>
          <ac:spMkLst>
            <pc:docMk/>
            <pc:sldMk cId="3119354052" sldId="354"/>
            <ac:spMk id="11" creationId="{4B21DC74-81F7-5215-A9F3-B3EBA5919ECC}"/>
          </ac:spMkLst>
        </pc:spChg>
        <pc:picChg chg="add del mod">
          <ac:chgData name="Justina Bosco" userId="34d2248b7b366c5d" providerId="LiveId" clId="{1F79D049-B36B-4B72-9C02-E53242B45241}" dt="2026-03-28T08:34:24.328" v="816" actId="478"/>
          <ac:picMkLst>
            <pc:docMk/>
            <pc:sldMk cId="3119354052" sldId="354"/>
            <ac:picMk id="5" creationId="{D8840043-D503-4BE1-D446-04D348C4C7A5}"/>
          </ac:picMkLst>
        </pc:picChg>
        <pc:picChg chg="add mod">
          <ac:chgData name="Justina Bosco" userId="34d2248b7b366c5d" providerId="LiveId" clId="{1F79D049-B36B-4B72-9C02-E53242B45241}" dt="2026-03-28T08:35:45.418" v="858" actId="1076"/>
          <ac:picMkLst>
            <pc:docMk/>
            <pc:sldMk cId="3119354052" sldId="354"/>
            <ac:picMk id="6" creationId="{36AC2254-44B7-27E2-9569-6F8FB08D6414}"/>
          </ac:picMkLst>
        </pc:picChg>
      </pc:sldChg>
      <pc:sldChg chg="addSp delSp modSp mod ord">
        <pc:chgData name="Justina Bosco" userId="34d2248b7b366c5d" providerId="LiveId" clId="{1F79D049-B36B-4B72-9C02-E53242B45241}" dt="2026-03-28T09:57:28.660" v="2189" actId="20577"/>
        <pc:sldMkLst>
          <pc:docMk/>
          <pc:sldMk cId="3877523713" sldId="356"/>
        </pc:sldMkLst>
        <pc:spChg chg="mod">
          <ac:chgData name="Justina Bosco" userId="34d2248b7b366c5d" providerId="LiveId" clId="{1F79D049-B36B-4B72-9C02-E53242B45241}" dt="2026-03-28T09:57:28.660" v="2189" actId="20577"/>
          <ac:spMkLst>
            <pc:docMk/>
            <pc:sldMk cId="3877523713" sldId="356"/>
            <ac:spMk id="4" creationId="{695DAC69-7C65-12CD-5AF3-8E5D4F1E68D7}"/>
          </ac:spMkLst>
        </pc:spChg>
        <pc:picChg chg="add del mod">
          <ac:chgData name="Justina Bosco" userId="34d2248b7b366c5d" providerId="LiveId" clId="{1F79D049-B36B-4B72-9C02-E53242B45241}" dt="2026-03-28T08:10:33.401" v="463" actId="478"/>
          <ac:picMkLst>
            <pc:docMk/>
            <pc:sldMk cId="3877523713" sldId="356"/>
            <ac:picMk id="7" creationId="{5D09B5BC-B391-74FA-04D5-CB72D0F5F637}"/>
          </ac:picMkLst>
        </pc:picChg>
        <pc:picChg chg="add mod">
          <ac:chgData name="Justina Bosco" userId="34d2248b7b366c5d" providerId="LiveId" clId="{1F79D049-B36B-4B72-9C02-E53242B45241}" dt="2026-03-28T09:56:25.897" v="2139"/>
          <ac:picMkLst>
            <pc:docMk/>
            <pc:sldMk cId="3877523713" sldId="356"/>
            <ac:picMk id="10" creationId="{F7420D1B-6E3C-4635-0049-5E0138E0C97A}"/>
          </ac:picMkLst>
        </pc:picChg>
      </pc:sldChg>
      <pc:sldChg chg="addSp delSp modSp mod">
        <pc:chgData name="Justina Bosco" userId="34d2248b7b366c5d" providerId="LiveId" clId="{1F79D049-B36B-4B72-9C02-E53242B45241}" dt="2026-03-28T08:30:44.403" v="801" actId="20577"/>
        <pc:sldMkLst>
          <pc:docMk/>
          <pc:sldMk cId="1518574645" sldId="357"/>
        </pc:sldMkLst>
        <pc:spChg chg="mod">
          <ac:chgData name="Justina Bosco" userId="34d2248b7b366c5d" providerId="LiveId" clId="{1F79D049-B36B-4B72-9C02-E53242B45241}" dt="2026-03-28T08:30:44.403" v="801" actId="20577"/>
          <ac:spMkLst>
            <pc:docMk/>
            <pc:sldMk cId="1518574645" sldId="357"/>
            <ac:spMk id="2" creationId="{0D7F9741-A065-FBEE-82DE-0463FAD7FADB}"/>
          </ac:spMkLst>
        </pc:spChg>
        <pc:spChg chg="del mod">
          <ac:chgData name="Justina Bosco" userId="34d2248b7b366c5d" providerId="LiveId" clId="{1F79D049-B36B-4B72-9C02-E53242B45241}" dt="2026-03-28T08:30:29.564" v="791" actId="478"/>
          <ac:spMkLst>
            <pc:docMk/>
            <pc:sldMk cId="1518574645" sldId="357"/>
            <ac:spMk id="3" creationId="{4121A945-84B3-93CA-F38D-A92DAAFDCF8E}"/>
          </ac:spMkLst>
        </pc:spChg>
        <pc:spChg chg="add mod">
          <ac:chgData name="Justina Bosco" userId="34d2248b7b366c5d" providerId="LiveId" clId="{1F79D049-B36B-4B72-9C02-E53242B45241}" dt="2026-03-28T08:30:13.276" v="788" actId="1076"/>
          <ac:spMkLst>
            <pc:docMk/>
            <pc:sldMk cId="1518574645" sldId="357"/>
            <ac:spMk id="4" creationId="{1721A08D-683E-7E1D-6A7D-902C8FED0B3B}"/>
          </ac:spMkLst>
        </pc:spChg>
        <pc:spChg chg="add mod">
          <ac:chgData name="Justina Bosco" userId="34d2248b7b366c5d" providerId="LiveId" clId="{1F79D049-B36B-4B72-9C02-E53242B45241}" dt="2026-03-28T08:30:16.010" v="789" actId="1076"/>
          <ac:spMkLst>
            <pc:docMk/>
            <pc:sldMk cId="1518574645" sldId="357"/>
            <ac:spMk id="5" creationId="{9BB278E9-32EE-0D35-611C-031ED03C3569}"/>
          </ac:spMkLst>
        </pc:spChg>
        <pc:spChg chg="add">
          <ac:chgData name="Justina Bosco" userId="34d2248b7b366c5d" providerId="LiveId" clId="{1F79D049-B36B-4B72-9C02-E53242B45241}" dt="2026-03-28T08:29:34.157" v="671"/>
          <ac:spMkLst>
            <pc:docMk/>
            <pc:sldMk cId="1518574645" sldId="357"/>
            <ac:spMk id="6" creationId="{ACC23258-E5D2-AF32-1CC6-F4533F1CA993}"/>
          </ac:spMkLst>
        </pc:spChg>
        <pc:spChg chg="add mod">
          <ac:chgData name="Justina Bosco" userId="34d2248b7b366c5d" providerId="LiveId" clId="{1F79D049-B36B-4B72-9C02-E53242B45241}" dt="2026-03-28T08:30:29.564" v="791" actId="478"/>
          <ac:spMkLst>
            <pc:docMk/>
            <pc:sldMk cId="1518574645" sldId="357"/>
            <ac:spMk id="8" creationId="{A65EB866-C245-C59A-7CF3-36FF1B874310}"/>
          </ac:spMkLst>
        </pc:spChg>
        <pc:picChg chg="add mod">
          <ac:chgData name="Justina Bosco" userId="34d2248b7b366c5d" providerId="LiveId" clId="{1F79D049-B36B-4B72-9C02-E53242B45241}" dt="2026-03-28T08:30:08.906" v="787" actId="1036"/>
          <ac:picMkLst>
            <pc:docMk/>
            <pc:sldMk cId="1518574645" sldId="357"/>
            <ac:picMk id="2049" creationId="{A2460FA7-57AA-FAA3-D6FC-A540AC146E57}"/>
          </ac:picMkLst>
        </pc:picChg>
        <pc:picChg chg="add mod">
          <ac:chgData name="Justina Bosco" userId="34d2248b7b366c5d" providerId="LiveId" clId="{1F79D049-B36B-4B72-9C02-E53242B45241}" dt="2026-03-28T08:30:08.906" v="787" actId="1036"/>
          <ac:picMkLst>
            <pc:docMk/>
            <pc:sldMk cId="1518574645" sldId="357"/>
            <ac:picMk id="2050" creationId="{6B21378C-3A1A-0EB4-82AE-33E1503FA48F}"/>
          </ac:picMkLst>
        </pc:picChg>
        <pc:picChg chg="add mod">
          <ac:chgData name="Justina Bosco" userId="34d2248b7b366c5d" providerId="LiveId" clId="{1F79D049-B36B-4B72-9C02-E53242B45241}" dt="2026-03-28T08:30:08.906" v="787" actId="1036"/>
          <ac:picMkLst>
            <pc:docMk/>
            <pc:sldMk cId="1518574645" sldId="357"/>
            <ac:picMk id="2051" creationId="{C4B14A48-4756-8C5C-9A1F-85CC36DEB12D}"/>
          </ac:picMkLst>
        </pc:picChg>
      </pc:sldChg>
      <pc:sldChg chg="modSp mod ord">
        <pc:chgData name="Justina Bosco" userId="34d2248b7b366c5d" providerId="LiveId" clId="{1F79D049-B36B-4B72-9C02-E53242B45241}" dt="2026-03-28T09:55:51.216" v="2135"/>
        <pc:sldMkLst>
          <pc:docMk/>
          <pc:sldMk cId="1165432342" sldId="358"/>
        </pc:sldMkLst>
        <pc:spChg chg="mod">
          <ac:chgData name="Justina Bosco" userId="34d2248b7b366c5d" providerId="LiveId" clId="{1F79D049-B36B-4B72-9C02-E53242B45241}" dt="2026-03-28T07:48:56.793" v="27" actId="20577"/>
          <ac:spMkLst>
            <pc:docMk/>
            <pc:sldMk cId="1165432342" sldId="358"/>
            <ac:spMk id="2" creationId="{11500AC4-3E19-F8DD-A599-79519B042023}"/>
          </ac:spMkLst>
        </pc:spChg>
      </pc:sldChg>
      <pc:sldChg chg="delSp del mod">
        <pc:chgData name="Justina Bosco" userId="34d2248b7b366c5d" providerId="LiveId" clId="{1F79D049-B36B-4B72-9C02-E53242B45241}" dt="2026-03-28T09:56:56.696" v="2145" actId="47"/>
        <pc:sldMkLst>
          <pc:docMk/>
          <pc:sldMk cId="1093367260" sldId="359"/>
        </pc:sldMkLst>
        <pc:picChg chg="del">
          <ac:chgData name="Justina Bosco" userId="34d2248b7b366c5d" providerId="LiveId" clId="{1F79D049-B36B-4B72-9C02-E53242B45241}" dt="2026-03-28T09:54:59.999" v="2130" actId="478"/>
          <ac:picMkLst>
            <pc:docMk/>
            <pc:sldMk cId="1093367260" sldId="359"/>
            <ac:picMk id="6" creationId="{2DB7A044-4A5B-4DAC-3824-B07AF5E99EEF}"/>
          </ac:picMkLst>
        </pc:picChg>
      </pc:sldChg>
      <pc:sldChg chg="modSp add mod">
        <pc:chgData name="Justina Bosco" userId="34d2248b7b366c5d" providerId="LiveId" clId="{1F79D049-B36B-4B72-9C02-E53242B45241}" dt="2026-03-29T03:24:26.426" v="3391" actId="20577"/>
        <pc:sldMkLst>
          <pc:docMk/>
          <pc:sldMk cId="753831603" sldId="360"/>
        </pc:sldMkLst>
        <pc:spChg chg="mod">
          <ac:chgData name="Justina Bosco" userId="34d2248b7b366c5d" providerId="LiveId" clId="{1F79D049-B36B-4B72-9C02-E53242B45241}" dt="2026-03-29T03:24:26.426" v="3391" actId="20577"/>
          <ac:spMkLst>
            <pc:docMk/>
            <pc:sldMk cId="753831603" sldId="360"/>
            <ac:spMk id="2" creationId="{97B30A91-7463-A3F6-ED20-A513223D818A}"/>
          </ac:spMkLst>
        </pc:spChg>
      </pc:sldChg>
      <pc:sldChg chg="addSp delSp modSp add mod modClrScheme chgLayout modNotesTx">
        <pc:chgData name="Justina Bosco" userId="34d2248b7b366c5d" providerId="LiveId" clId="{1F79D049-B36B-4B72-9C02-E53242B45241}" dt="2026-03-28T08:42:54.988" v="1196" actId="20577"/>
        <pc:sldMkLst>
          <pc:docMk/>
          <pc:sldMk cId="1419120915" sldId="361"/>
        </pc:sldMkLst>
        <pc:spChg chg="mod">
          <ac:chgData name="Justina Bosco" userId="34d2248b7b366c5d" providerId="LiveId" clId="{1F79D049-B36B-4B72-9C02-E53242B45241}" dt="2026-03-28T08:06:41.929" v="372" actId="26606"/>
          <ac:spMkLst>
            <pc:docMk/>
            <pc:sldMk cId="1419120915" sldId="361"/>
            <ac:spMk id="2" creationId="{5D56AD78-CC34-3B1E-6645-BC2701B5CCFB}"/>
          </ac:spMkLst>
        </pc:spChg>
        <pc:spChg chg="add del mod">
          <ac:chgData name="Justina Bosco" userId="34d2248b7b366c5d" providerId="LiveId" clId="{1F79D049-B36B-4B72-9C02-E53242B45241}" dt="2026-03-28T08:06:41.929" v="372" actId="26606"/>
          <ac:spMkLst>
            <pc:docMk/>
            <pc:sldMk cId="1419120915" sldId="361"/>
            <ac:spMk id="7" creationId="{748BA397-8928-7760-13D3-DD8E03A0E8B0}"/>
          </ac:spMkLst>
        </pc:spChg>
        <pc:spChg chg="add del mod">
          <ac:chgData name="Justina Bosco" userId="34d2248b7b366c5d" providerId="LiveId" clId="{1F79D049-B36B-4B72-9C02-E53242B45241}" dt="2026-03-28T08:06:41.929" v="372" actId="26606"/>
          <ac:spMkLst>
            <pc:docMk/>
            <pc:sldMk cId="1419120915" sldId="361"/>
            <ac:spMk id="9" creationId="{1297BD09-73EB-7574-65FB-A13C3A63197C}"/>
          </ac:spMkLst>
        </pc:spChg>
        <pc:picChg chg="add del mod">
          <ac:chgData name="Justina Bosco" userId="34d2248b7b366c5d" providerId="LiveId" clId="{1F79D049-B36B-4B72-9C02-E53242B45241}" dt="2026-03-28T08:04:33.578" v="352" actId="478"/>
          <ac:picMkLst>
            <pc:docMk/>
            <pc:sldMk cId="1419120915" sldId="361"/>
            <ac:picMk id="4" creationId="{3C1626EA-1461-9F08-6051-40813F3909A3}"/>
          </ac:picMkLst>
        </pc:picChg>
        <pc:picChg chg="add del mod">
          <ac:chgData name="Justina Bosco" userId="34d2248b7b366c5d" providerId="LiveId" clId="{1F79D049-B36B-4B72-9C02-E53242B45241}" dt="2026-03-28T08:02:38.546" v="343" actId="478"/>
          <ac:picMkLst>
            <pc:docMk/>
            <pc:sldMk cId="1419120915" sldId="361"/>
            <ac:picMk id="6" creationId="{8FE06484-EFD2-D9E4-7304-5A984A99825B}"/>
          </ac:picMkLst>
        </pc:picChg>
        <pc:picChg chg="add del mod">
          <ac:chgData name="Justina Bosco" userId="34d2248b7b366c5d" providerId="LiveId" clId="{1F79D049-B36B-4B72-9C02-E53242B45241}" dt="2026-03-28T08:04:31.936" v="351" actId="478"/>
          <ac:picMkLst>
            <pc:docMk/>
            <pc:sldMk cId="1419120915" sldId="361"/>
            <ac:picMk id="8" creationId="{DA40761E-4140-EF23-B575-BA96D92ABBD7}"/>
          </ac:picMkLst>
        </pc:picChg>
        <pc:picChg chg="add del mod">
          <ac:chgData name="Justina Bosco" userId="34d2248b7b366c5d" providerId="LiveId" clId="{1F79D049-B36B-4B72-9C02-E53242B45241}" dt="2026-03-28T08:04:30.123" v="350" actId="478"/>
          <ac:picMkLst>
            <pc:docMk/>
            <pc:sldMk cId="1419120915" sldId="361"/>
            <ac:picMk id="10" creationId="{7FFF5245-F49A-E4EF-33EA-EB5443AAA410}"/>
          </ac:picMkLst>
        </pc:picChg>
      </pc:sldChg>
      <pc:sldChg chg="modSp add mod">
        <pc:chgData name="Justina Bosco" userId="34d2248b7b366c5d" providerId="LiveId" clId="{1F79D049-B36B-4B72-9C02-E53242B45241}" dt="2026-03-28T07:57:21.893" v="287" actId="6549"/>
        <pc:sldMkLst>
          <pc:docMk/>
          <pc:sldMk cId="1401520331" sldId="362"/>
        </pc:sldMkLst>
        <pc:spChg chg="mod">
          <ac:chgData name="Justina Bosco" userId="34d2248b7b366c5d" providerId="LiveId" clId="{1F79D049-B36B-4B72-9C02-E53242B45241}" dt="2026-03-28T07:57:21.893" v="287" actId="6549"/>
          <ac:spMkLst>
            <pc:docMk/>
            <pc:sldMk cId="1401520331" sldId="362"/>
            <ac:spMk id="2" creationId="{6B811E52-21EE-8655-8175-1766CAB3E5DC}"/>
          </ac:spMkLst>
        </pc:spChg>
      </pc:sldChg>
      <pc:sldChg chg="modSp add mod">
        <pc:chgData name="Justina Bosco" userId="34d2248b7b366c5d" providerId="LiveId" clId="{1F79D049-B36B-4B72-9C02-E53242B45241}" dt="2026-03-28T07:57:04.564" v="247" actId="20577"/>
        <pc:sldMkLst>
          <pc:docMk/>
          <pc:sldMk cId="932505246" sldId="363"/>
        </pc:sldMkLst>
        <pc:spChg chg="mod">
          <ac:chgData name="Justina Bosco" userId="34d2248b7b366c5d" providerId="LiveId" clId="{1F79D049-B36B-4B72-9C02-E53242B45241}" dt="2026-03-28T07:57:04.564" v="247" actId="20577"/>
          <ac:spMkLst>
            <pc:docMk/>
            <pc:sldMk cId="932505246" sldId="363"/>
            <ac:spMk id="2" creationId="{B3E220F2-4CC5-75FF-1101-25C6F802F6EF}"/>
          </ac:spMkLst>
        </pc:spChg>
      </pc:sldChg>
      <pc:sldChg chg="modSp add mod ord">
        <pc:chgData name="Justina Bosco" userId="34d2248b7b366c5d" providerId="LiveId" clId="{1F79D049-B36B-4B72-9C02-E53242B45241}" dt="2026-03-28T09:33:08.483" v="2112"/>
        <pc:sldMkLst>
          <pc:docMk/>
          <pc:sldMk cId="3733291819" sldId="364"/>
        </pc:sldMkLst>
        <pc:spChg chg="mod">
          <ac:chgData name="Justina Bosco" userId="34d2248b7b366c5d" providerId="LiveId" clId="{1F79D049-B36B-4B72-9C02-E53242B45241}" dt="2026-03-28T08:08:09.175" v="458" actId="20577"/>
          <ac:spMkLst>
            <pc:docMk/>
            <pc:sldMk cId="3733291819" sldId="364"/>
            <ac:spMk id="2" creationId="{F5E21AC3-3032-DCAA-EA79-51201B526052}"/>
          </ac:spMkLst>
        </pc:spChg>
      </pc:sldChg>
      <pc:sldChg chg="addSp delSp modSp add mod ord modClrScheme chgLayout">
        <pc:chgData name="Justina Bosco" userId="34d2248b7b366c5d" providerId="LiveId" clId="{1F79D049-B36B-4B72-9C02-E53242B45241}" dt="2026-03-28T09:54:49.631" v="2128"/>
        <pc:sldMkLst>
          <pc:docMk/>
          <pc:sldMk cId="2586410899" sldId="365"/>
        </pc:sldMkLst>
        <pc:spChg chg="mod">
          <ac:chgData name="Justina Bosco" userId="34d2248b7b366c5d" providerId="LiveId" clId="{1F79D049-B36B-4B72-9C02-E53242B45241}" dt="2026-03-28T09:28:46.995" v="2109" actId="20577"/>
          <ac:spMkLst>
            <pc:docMk/>
            <pc:sldMk cId="2586410899" sldId="365"/>
            <ac:spMk id="2" creationId="{269F31BD-B4C4-669C-8B7C-E034D5676D9A}"/>
          </ac:spMkLst>
        </pc:spChg>
        <pc:spChg chg="del mod">
          <ac:chgData name="Justina Bosco" userId="34d2248b7b366c5d" providerId="LiveId" clId="{1F79D049-B36B-4B72-9C02-E53242B45241}" dt="2026-03-28T09:27:58.226" v="2077" actId="26606"/>
          <ac:spMkLst>
            <pc:docMk/>
            <pc:sldMk cId="2586410899" sldId="365"/>
            <ac:spMk id="3" creationId="{33CA3640-C48B-2CF7-3676-D2D31A988EDC}"/>
          </ac:spMkLst>
        </pc:spChg>
        <pc:spChg chg="add del mod">
          <ac:chgData name="Justina Bosco" userId="34d2248b7b366c5d" providerId="LiveId" clId="{1F79D049-B36B-4B72-9C02-E53242B45241}" dt="2026-03-28T09:28:00.529" v="2078" actId="478"/>
          <ac:spMkLst>
            <pc:docMk/>
            <pc:sldMk cId="2586410899" sldId="365"/>
            <ac:spMk id="11" creationId="{A3B980FC-4627-913A-F4F2-9384A4F0D798}"/>
          </ac:spMkLst>
        </pc:spChg>
        <pc:picChg chg="add del mod">
          <ac:chgData name="Justina Bosco" userId="34d2248b7b366c5d" providerId="LiveId" clId="{1F79D049-B36B-4B72-9C02-E53242B45241}" dt="2026-03-28T08:33:31.781" v="810" actId="478"/>
          <ac:picMkLst>
            <pc:docMk/>
            <pc:sldMk cId="2586410899" sldId="365"/>
            <ac:picMk id="4" creationId="{D08AEC1E-7F2F-423D-AC16-1A37FDDFDCF2}"/>
          </ac:picMkLst>
        </pc:picChg>
        <pc:picChg chg="add mod">
          <ac:chgData name="Justina Bosco" userId="34d2248b7b366c5d" providerId="LiveId" clId="{1F79D049-B36B-4B72-9C02-E53242B45241}" dt="2026-03-28T09:27:58.226" v="2077" actId="26606"/>
          <ac:picMkLst>
            <pc:docMk/>
            <pc:sldMk cId="2586410899" sldId="365"/>
            <ac:picMk id="6" creationId="{6E413B9D-8E53-9F21-61E2-CA498D583026}"/>
          </ac:picMkLst>
        </pc:picChg>
      </pc:sldChg>
      <pc:sldChg chg="addSp delSp modSp add mod modClrScheme chgLayout">
        <pc:chgData name="Justina Bosco" userId="34d2248b7b366c5d" providerId="LiveId" clId="{1F79D049-B36B-4B72-9C02-E53242B45241}" dt="2026-03-28T10:05:32.033" v="2489" actId="20577"/>
        <pc:sldMkLst>
          <pc:docMk/>
          <pc:sldMk cId="1860418952" sldId="366"/>
        </pc:sldMkLst>
        <pc:spChg chg="mod">
          <ac:chgData name="Justina Bosco" userId="34d2248b7b366c5d" providerId="LiveId" clId="{1F79D049-B36B-4B72-9C02-E53242B45241}" dt="2026-03-28T10:05:16.462" v="2429" actId="20577"/>
          <ac:spMkLst>
            <pc:docMk/>
            <pc:sldMk cId="1860418952" sldId="366"/>
            <ac:spMk id="2" creationId="{8997D24F-9A99-32D5-7708-C52A3C161609}"/>
          </ac:spMkLst>
        </pc:spChg>
        <pc:spChg chg="add del mod">
          <ac:chgData name="Justina Bosco" userId="34d2248b7b366c5d" providerId="LiveId" clId="{1F79D049-B36B-4B72-9C02-E53242B45241}" dt="2026-03-28T10:05:06.371" v="2418" actId="26606"/>
          <ac:spMkLst>
            <pc:docMk/>
            <pc:sldMk cId="1860418952" sldId="366"/>
            <ac:spMk id="3" creationId="{58FE764E-DDFF-41C5-DA85-85765498A68B}"/>
          </ac:spMkLst>
        </pc:spChg>
        <pc:spChg chg="add del mod">
          <ac:chgData name="Justina Bosco" userId="34d2248b7b366c5d" providerId="LiveId" clId="{1F79D049-B36B-4B72-9C02-E53242B45241}" dt="2026-03-28T10:05:32.033" v="2489" actId="20577"/>
          <ac:spMkLst>
            <pc:docMk/>
            <pc:sldMk cId="1860418952" sldId="366"/>
            <ac:spMk id="6" creationId="{A9A6D2BC-5F55-4558-7A5B-A198102FE551}"/>
          </ac:spMkLst>
        </pc:spChg>
        <pc:spChg chg="add del mod">
          <ac:chgData name="Justina Bosco" userId="34d2248b7b366c5d" providerId="LiveId" clId="{1F79D049-B36B-4B72-9C02-E53242B45241}" dt="2026-03-28T10:04:40.901" v="2409" actId="478"/>
          <ac:spMkLst>
            <pc:docMk/>
            <pc:sldMk cId="1860418952" sldId="366"/>
            <ac:spMk id="8" creationId="{B1016848-D158-7286-E7E7-1C2318D9B4F9}"/>
          </ac:spMkLst>
        </pc:spChg>
        <pc:picChg chg="add del mod">
          <ac:chgData name="Justina Bosco" userId="34d2248b7b366c5d" providerId="LiveId" clId="{1F79D049-B36B-4B72-9C02-E53242B45241}" dt="2026-03-28T10:04:48.835" v="2416" actId="22"/>
          <ac:picMkLst>
            <pc:docMk/>
            <pc:sldMk cId="1860418952" sldId="366"/>
            <ac:picMk id="5" creationId="{4DF460C4-E79C-C033-7B3A-9D0555B75084}"/>
          </ac:picMkLst>
        </pc:picChg>
        <pc:picChg chg="add mod">
          <ac:chgData name="Justina Bosco" userId="34d2248b7b366c5d" providerId="LiveId" clId="{1F79D049-B36B-4B72-9C02-E53242B45241}" dt="2026-03-28T10:05:06.371" v="2418" actId="26606"/>
          <ac:picMkLst>
            <pc:docMk/>
            <pc:sldMk cId="1860418952" sldId="366"/>
            <ac:picMk id="10" creationId="{84302298-376E-00B5-4B34-221672771BE8}"/>
          </ac:picMkLst>
        </pc:picChg>
      </pc:sldChg>
      <pc:sldChg chg="addSp delSp modSp add mod">
        <pc:chgData name="Justina Bosco" userId="34d2248b7b366c5d" providerId="LiveId" clId="{1F79D049-B36B-4B72-9C02-E53242B45241}" dt="2026-03-28T08:12:46.703" v="524" actId="20577"/>
        <pc:sldMkLst>
          <pc:docMk/>
          <pc:sldMk cId="466297576" sldId="367"/>
        </pc:sldMkLst>
        <pc:spChg chg="mod">
          <ac:chgData name="Justina Bosco" userId="34d2248b7b366c5d" providerId="LiveId" clId="{1F79D049-B36B-4B72-9C02-E53242B45241}" dt="2026-03-28T08:12:46.703" v="524" actId="20577"/>
          <ac:spMkLst>
            <pc:docMk/>
            <pc:sldMk cId="466297576" sldId="367"/>
            <ac:spMk id="2" creationId="{358A3814-126B-229D-2A37-6CBD08BF6305}"/>
          </ac:spMkLst>
        </pc:spChg>
        <pc:picChg chg="del">
          <ac:chgData name="Justina Bosco" userId="34d2248b7b366c5d" providerId="LiveId" clId="{1F79D049-B36B-4B72-9C02-E53242B45241}" dt="2026-03-28T08:12:02.553" v="511" actId="478"/>
          <ac:picMkLst>
            <pc:docMk/>
            <pc:sldMk cId="466297576" sldId="367"/>
            <ac:picMk id="3" creationId="{56E7FACE-1395-E365-DC17-47E04AD8D202}"/>
          </ac:picMkLst>
        </pc:picChg>
        <pc:picChg chg="add mod">
          <ac:chgData name="Justina Bosco" userId="34d2248b7b366c5d" providerId="LiveId" clId="{1F79D049-B36B-4B72-9C02-E53242B45241}" dt="2026-03-28T08:12:37.637" v="518" actId="26606"/>
          <ac:picMkLst>
            <pc:docMk/>
            <pc:sldMk cId="466297576" sldId="367"/>
            <ac:picMk id="4" creationId="{82311427-75CC-5478-B7D1-53C1E5E2B9EA}"/>
          </ac:picMkLst>
        </pc:picChg>
      </pc:sldChg>
      <pc:sldChg chg="add del">
        <pc:chgData name="Justina Bosco" userId="34d2248b7b366c5d" providerId="LiveId" clId="{1F79D049-B36B-4B72-9C02-E53242B45241}" dt="2026-03-28T08:12:22.336" v="515"/>
        <pc:sldMkLst>
          <pc:docMk/>
          <pc:sldMk cId="2580975321" sldId="368"/>
        </pc:sldMkLst>
      </pc:sldChg>
      <pc:sldChg chg="add del">
        <pc:chgData name="Justina Bosco" userId="34d2248b7b366c5d" providerId="LiveId" clId="{1F79D049-B36B-4B72-9C02-E53242B45241}" dt="2026-03-28T08:12:05.534" v="513"/>
        <pc:sldMkLst>
          <pc:docMk/>
          <pc:sldMk cId="3354685775" sldId="368"/>
        </pc:sldMkLst>
      </pc:sldChg>
      <pc:sldChg chg="delSp modSp add mod">
        <pc:chgData name="Justina Bosco" userId="34d2248b7b366c5d" providerId="LiveId" clId="{1F79D049-B36B-4B72-9C02-E53242B45241}" dt="2026-03-28T08:48:34.367" v="1278" actId="478"/>
        <pc:sldMkLst>
          <pc:docMk/>
          <pc:sldMk cId="4290371524" sldId="368"/>
        </pc:sldMkLst>
        <pc:spChg chg="mod">
          <ac:chgData name="Justina Bosco" userId="34d2248b7b366c5d" providerId="LiveId" clId="{1F79D049-B36B-4B72-9C02-E53242B45241}" dt="2026-03-28T08:48:31.594" v="1277" actId="20577"/>
          <ac:spMkLst>
            <pc:docMk/>
            <pc:sldMk cId="4290371524" sldId="368"/>
            <ac:spMk id="2" creationId="{8C96C975-C8D4-E2EE-312D-46CCD038D4EC}"/>
          </ac:spMkLst>
        </pc:spChg>
        <pc:picChg chg="del">
          <ac:chgData name="Justina Bosco" userId="34d2248b7b366c5d" providerId="LiveId" clId="{1F79D049-B36B-4B72-9C02-E53242B45241}" dt="2026-03-28T08:48:34.367" v="1278" actId="478"/>
          <ac:picMkLst>
            <pc:docMk/>
            <pc:sldMk cId="4290371524" sldId="368"/>
            <ac:picMk id="3" creationId="{61F425EB-2434-31F7-E8B3-5918B07CD3E1}"/>
          </ac:picMkLst>
        </pc:picChg>
      </pc:sldChg>
      <pc:sldChg chg="modSp add mod">
        <pc:chgData name="Justina Bosco" userId="34d2248b7b366c5d" providerId="LiveId" clId="{1F79D049-B36B-4B72-9C02-E53242B45241}" dt="2026-03-28T09:09:52.715" v="1837" actId="12"/>
        <pc:sldMkLst>
          <pc:docMk/>
          <pc:sldMk cId="3536979845" sldId="369"/>
        </pc:sldMkLst>
        <pc:spChg chg="mod">
          <ac:chgData name="Justina Bosco" userId="34d2248b7b366c5d" providerId="LiveId" clId="{1F79D049-B36B-4B72-9C02-E53242B45241}" dt="2026-03-28T09:09:15.373" v="1833" actId="20577"/>
          <ac:spMkLst>
            <pc:docMk/>
            <pc:sldMk cId="3536979845" sldId="369"/>
            <ac:spMk id="2" creationId="{ADC55C15-3E6A-A349-EDF5-1CA77B430B85}"/>
          </ac:spMkLst>
        </pc:spChg>
        <pc:spChg chg="mod">
          <ac:chgData name="Justina Bosco" userId="34d2248b7b366c5d" providerId="LiveId" clId="{1F79D049-B36B-4B72-9C02-E53242B45241}" dt="2026-03-28T09:09:52.715" v="1837" actId="12"/>
          <ac:spMkLst>
            <pc:docMk/>
            <pc:sldMk cId="3536979845" sldId="369"/>
            <ac:spMk id="3" creationId="{EC368BAB-7A3C-F4DC-D0DC-DAD484E0F6A6}"/>
          </ac:spMkLst>
        </pc:spChg>
      </pc:sldChg>
      <pc:sldChg chg="modSp add mod ord">
        <pc:chgData name="Justina Bosco" userId="34d2248b7b366c5d" providerId="LiveId" clId="{1F79D049-B36B-4B72-9C02-E53242B45241}" dt="2026-03-28T09:33:39.676" v="2116"/>
        <pc:sldMkLst>
          <pc:docMk/>
          <pc:sldMk cId="3431356770" sldId="370"/>
        </pc:sldMkLst>
        <pc:spChg chg="mod">
          <ac:chgData name="Justina Bosco" userId="34d2248b7b366c5d" providerId="LiveId" clId="{1F79D049-B36B-4B72-9C02-E53242B45241}" dt="2026-03-28T09:10:29.987" v="1867" actId="20577"/>
          <ac:spMkLst>
            <pc:docMk/>
            <pc:sldMk cId="3431356770" sldId="370"/>
            <ac:spMk id="2" creationId="{18A0D439-C70C-83ED-ADED-47506F3C5C1B}"/>
          </ac:spMkLst>
        </pc:spChg>
        <pc:spChg chg="mod">
          <ac:chgData name="Justina Bosco" userId="34d2248b7b366c5d" providerId="LiveId" clId="{1F79D049-B36B-4B72-9C02-E53242B45241}" dt="2026-03-28T09:10:39.548" v="1868"/>
          <ac:spMkLst>
            <pc:docMk/>
            <pc:sldMk cId="3431356770" sldId="370"/>
            <ac:spMk id="3" creationId="{0B4AFB58-71B4-633A-C4A4-44410D6A439E}"/>
          </ac:spMkLst>
        </pc:spChg>
      </pc:sldChg>
      <pc:sldChg chg="modSp add mod ord">
        <pc:chgData name="Justina Bosco" userId="34d2248b7b366c5d" providerId="LiveId" clId="{1F79D049-B36B-4B72-9C02-E53242B45241}" dt="2026-03-28T09:33:22.284" v="2114"/>
        <pc:sldMkLst>
          <pc:docMk/>
          <pc:sldMk cId="2020868862" sldId="371"/>
        </pc:sldMkLst>
        <pc:spChg chg="mod">
          <ac:chgData name="Justina Bosco" userId="34d2248b7b366c5d" providerId="LiveId" clId="{1F79D049-B36B-4B72-9C02-E53242B45241}" dt="2026-03-28T09:11:27.432" v="1897" actId="20577"/>
          <ac:spMkLst>
            <pc:docMk/>
            <pc:sldMk cId="2020868862" sldId="371"/>
            <ac:spMk id="2" creationId="{A7F9C47A-A835-EFA0-9CBD-05717466BE2D}"/>
          </ac:spMkLst>
        </pc:spChg>
        <pc:spChg chg="mod">
          <ac:chgData name="Justina Bosco" userId="34d2248b7b366c5d" providerId="LiveId" clId="{1F79D049-B36B-4B72-9C02-E53242B45241}" dt="2026-03-28T09:11:51.711" v="1900" actId="20577"/>
          <ac:spMkLst>
            <pc:docMk/>
            <pc:sldMk cId="2020868862" sldId="371"/>
            <ac:spMk id="3" creationId="{A33EBDAC-F14B-6F4C-F46E-0C0A271C74D7}"/>
          </ac:spMkLst>
        </pc:spChg>
      </pc:sldChg>
      <pc:sldChg chg="modSp add mod">
        <pc:chgData name="Justina Bosco" userId="34d2248b7b366c5d" providerId="LiveId" clId="{1F79D049-B36B-4B72-9C02-E53242B45241}" dt="2026-03-28T09:15:20.097" v="1975" actId="20577"/>
        <pc:sldMkLst>
          <pc:docMk/>
          <pc:sldMk cId="2697596708" sldId="372"/>
        </pc:sldMkLst>
        <pc:spChg chg="mod">
          <ac:chgData name="Justina Bosco" userId="34d2248b7b366c5d" providerId="LiveId" clId="{1F79D049-B36B-4B72-9C02-E53242B45241}" dt="2026-03-28T09:14:56.523" v="1973" actId="20577"/>
          <ac:spMkLst>
            <pc:docMk/>
            <pc:sldMk cId="2697596708" sldId="372"/>
            <ac:spMk id="2" creationId="{BBEA127A-1B6D-E616-35B9-48E058D8FF7A}"/>
          </ac:spMkLst>
        </pc:spChg>
        <pc:spChg chg="mod">
          <ac:chgData name="Justina Bosco" userId="34d2248b7b366c5d" providerId="LiveId" clId="{1F79D049-B36B-4B72-9C02-E53242B45241}" dt="2026-03-28T09:15:20.097" v="1975" actId="20577"/>
          <ac:spMkLst>
            <pc:docMk/>
            <pc:sldMk cId="2697596708" sldId="372"/>
            <ac:spMk id="3" creationId="{F68CD19C-EF8B-D459-6AA2-10DC931AA668}"/>
          </ac:spMkLst>
        </pc:spChg>
      </pc:sldChg>
      <pc:sldChg chg="add del">
        <pc:chgData name="Justina Bosco" userId="34d2248b7b366c5d" providerId="LiveId" clId="{1F79D049-B36B-4B72-9C02-E53242B45241}" dt="2026-03-28T09:56:51.103" v="2142" actId="47"/>
        <pc:sldMkLst>
          <pc:docMk/>
          <pc:sldMk cId="2586337007" sldId="373"/>
        </pc:sldMkLst>
      </pc:sldChg>
      <pc:sldChg chg="addSp delSp modSp add mod">
        <pc:chgData name="Justina Bosco" userId="34d2248b7b366c5d" providerId="LiveId" clId="{1F79D049-B36B-4B72-9C02-E53242B45241}" dt="2026-03-28T09:57:51.681" v="2206" actId="14100"/>
        <pc:sldMkLst>
          <pc:docMk/>
          <pc:sldMk cId="3075309649" sldId="373"/>
        </pc:sldMkLst>
        <pc:spChg chg="mod">
          <ac:chgData name="Justina Bosco" userId="34d2248b7b366c5d" providerId="LiveId" clId="{1F79D049-B36B-4B72-9C02-E53242B45241}" dt="2026-03-28T09:57:51.681" v="2206" actId="14100"/>
          <ac:spMkLst>
            <pc:docMk/>
            <pc:sldMk cId="3075309649" sldId="373"/>
            <ac:spMk id="4" creationId="{6EB96056-40FC-05EF-14F7-069164C9D71D}"/>
          </ac:spMkLst>
        </pc:spChg>
        <pc:picChg chg="add mod">
          <ac:chgData name="Justina Bosco" userId="34d2248b7b366c5d" providerId="LiveId" clId="{1F79D049-B36B-4B72-9C02-E53242B45241}" dt="2026-03-28T09:57:41.019" v="2193"/>
          <ac:picMkLst>
            <pc:docMk/>
            <pc:sldMk cId="3075309649" sldId="373"/>
            <ac:picMk id="3" creationId="{DA654DBC-5F54-B989-E129-299E8A213D2C}"/>
          </ac:picMkLst>
        </pc:picChg>
        <pc:picChg chg="del">
          <ac:chgData name="Justina Bosco" userId="34d2248b7b366c5d" providerId="LiveId" clId="{1F79D049-B36B-4B72-9C02-E53242B45241}" dt="2026-03-28T09:57:40.544" v="2191" actId="478"/>
          <ac:picMkLst>
            <pc:docMk/>
            <pc:sldMk cId="3075309649" sldId="373"/>
            <ac:picMk id="10" creationId="{1A72CF77-738C-CE99-7E55-BF1F4B0F7E3D}"/>
          </ac:picMkLst>
        </pc:picChg>
      </pc:sldChg>
      <pc:sldChg chg="add del">
        <pc:chgData name="Justina Bosco" userId="34d2248b7b366c5d" providerId="LiveId" clId="{1F79D049-B36B-4B72-9C02-E53242B45241}" dt="2026-03-28T09:56:52.624" v="2143" actId="47"/>
        <pc:sldMkLst>
          <pc:docMk/>
          <pc:sldMk cId="1709426404" sldId="374"/>
        </pc:sldMkLst>
      </pc:sldChg>
      <pc:sldChg chg="addSp delSp modSp add mod">
        <pc:chgData name="Justina Bosco" userId="34d2248b7b366c5d" providerId="LiveId" clId="{1F79D049-B36B-4B72-9C02-E53242B45241}" dt="2026-03-28T09:58:41.491" v="2277" actId="1076"/>
        <pc:sldMkLst>
          <pc:docMk/>
          <pc:sldMk cId="3993914755" sldId="374"/>
        </pc:sldMkLst>
        <pc:spChg chg="mod">
          <ac:chgData name="Justina Bosco" userId="34d2248b7b366c5d" providerId="LiveId" clId="{1F79D049-B36B-4B72-9C02-E53242B45241}" dt="2026-03-28T09:58:41.491" v="2277" actId="1076"/>
          <ac:spMkLst>
            <pc:docMk/>
            <pc:sldMk cId="3993914755" sldId="374"/>
            <ac:spMk id="4" creationId="{CD7AC070-9052-6D9F-3BC5-757A69FA926C}"/>
          </ac:spMkLst>
        </pc:spChg>
        <pc:picChg chg="del">
          <ac:chgData name="Justina Bosco" userId="34d2248b7b366c5d" providerId="LiveId" clId="{1F79D049-B36B-4B72-9C02-E53242B45241}" dt="2026-03-28T09:58:02.806" v="2208" actId="478"/>
          <ac:picMkLst>
            <pc:docMk/>
            <pc:sldMk cId="3993914755" sldId="374"/>
            <ac:picMk id="3" creationId="{A0D71C04-B2A3-72EF-DAC6-522E50546011}"/>
          </ac:picMkLst>
        </pc:picChg>
        <pc:picChg chg="add mod">
          <ac:chgData name="Justina Bosco" userId="34d2248b7b366c5d" providerId="LiveId" clId="{1F79D049-B36B-4B72-9C02-E53242B45241}" dt="2026-03-28T09:58:10.146" v="2210"/>
          <ac:picMkLst>
            <pc:docMk/>
            <pc:sldMk cId="3993914755" sldId="374"/>
            <ac:picMk id="6" creationId="{47F7E1CD-50B2-A945-099E-19A60B0D087F}"/>
          </ac:picMkLst>
        </pc:picChg>
      </pc:sldChg>
      <pc:sldChg chg="add del">
        <pc:chgData name="Justina Bosco" userId="34d2248b7b366c5d" providerId="LiveId" clId="{1F79D049-B36B-4B72-9C02-E53242B45241}" dt="2026-03-28T09:56:54.232" v="2144" actId="47"/>
        <pc:sldMkLst>
          <pc:docMk/>
          <pc:sldMk cId="84595736" sldId="375"/>
        </pc:sldMkLst>
      </pc:sldChg>
      <pc:sldChg chg="addSp delSp modSp add del mod ord">
        <pc:chgData name="Justina Bosco" userId="34d2248b7b366c5d" providerId="LiveId" clId="{1F79D049-B36B-4B72-9C02-E53242B45241}" dt="2026-03-28T09:59:24.746" v="2337" actId="47"/>
        <pc:sldMkLst>
          <pc:docMk/>
          <pc:sldMk cId="1548858902" sldId="375"/>
        </pc:sldMkLst>
        <pc:spChg chg="mod">
          <ac:chgData name="Justina Bosco" userId="34d2248b7b366c5d" providerId="LiveId" clId="{1F79D049-B36B-4B72-9C02-E53242B45241}" dt="2026-03-28T09:59:17.261" v="2336" actId="20577"/>
          <ac:spMkLst>
            <pc:docMk/>
            <pc:sldMk cId="1548858902" sldId="375"/>
            <ac:spMk id="4" creationId="{26EB0707-5001-E1BB-61B0-F98F30AD5167}"/>
          </ac:spMkLst>
        </pc:spChg>
        <pc:picChg chg="del">
          <ac:chgData name="Justina Bosco" userId="34d2248b7b366c5d" providerId="LiveId" clId="{1F79D049-B36B-4B72-9C02-E53242B45241}" dt="2026-03-28T09:59:04.965" v="2281" actId="478"/>
          <ac:picMkLst>
            <pc:docMk/>
            <pc:sldMk cId="1548858902" sldId="375"/>
            <ac:picMk id="3" creationId="{BC29E7D8-E918-C63B-4A9D-739779F73ECF}"/>
          </ac:picMkLst>
        </pc:picChg>
        <pc:picChg chg="add mod">
          <ac:chgData name="Justina Bosco" userId="34d2248b7b366c5d" providerId="LiveId" clId="{1F79D049-B36B-4B72-9C02-E53242B45241}" dt="2026-03-28T09:59:05.632" v="2283"/>
          <ac:picMkLst>
            <pc:docMk/>
            <pc:sldMk cId="1548858902" sldId="375"/>
            <ac:picMk id="6" creationId="{06F021B5-DBCB-460C-5842-8BF6A2BF9C22}"/>
          </ac:picMkLst>
        </pc:picChg>
      </pc:sldChg>
      <pc:sldChg chg="addSp delSp modSp add mod">
        <pc:chgData name="Justina Bosco" userId="34d2248b7b366c5d" providerId="LiveId" clId="{1F79D049-B36B-4B72-9C02-E53242B45241}" dt="2026-03-28T09:59:34.171" v="2348"/>
        <pc:sldMkLst>
          <pc:docMk/>
          <pc:sldMk cId="2468494996" sldId="375"/>
        </pc:sldMkLst>
        <pc:spChg chg="mod">
          <ac:chgData name="Justina Bosco" userId="34d2248b7b366c5d" providerId="LiveId" clId="{1F79D049-B36B-4B72-9C02-E53242B45241}" dt="2026-03-28T09:59:31.385" v="2345" actId="20577"/>
          <ac:spMkLst>
            <pc:docMk/>
            <pc:sldMk cId="2468494996" sldId="375"/>
            <ac:spMk id="4" creationId="{ABF18F9D-18E3-B264-9E10-EE8A86629414}"/>
          </ac:spMkLst>
        </pc:spChg>
        <pc:picChg chg="add mod">
          <ac:chgData name="Justina Bosco" userId="34d2248b7b366c5d" providerId="LiveId" clId="{1F79D049-B36B-4B72-9C02-E53242B45241}" dt="2026-03-28T09:59:34.171" v="2348"/>
          <ac:picMkLst>
            <pc:docMk/>
            <pc:sldMk cId="2468494996" sldId="375"/>
            <ac:picMk id="3" creationId="{4EC7BF07-1912-8720-A1E2-DBA4084CE6C9}"/>
          </ac:picMkLst>
        </pc:picChg>
        <pc:picChg chg="del">
          <ac:chgData name="Justina Bosco" userId="34d2248b7b366c5d" providerId="LiveId" clId="{1F79D049-B36B-4B72-9C02-E53242B45241}" dt="2026-03-28T09:59:33.556" v="2346" actId="478"/>
          <ac:picMkLst>
            <pc:docMk/>
            <pc:sldMk cId="2468494996" sldId="375"/>
            <ac:picMk id="6" creationId="{5B988134-F6AE-D5B5-2D29-BA0435DEE149}"/>
          </ac:picMkLst>
        </pc:picChg>
      </pc:sldChg>
      <pc:sldChg chg="addSp delSp modSp add mod">
        <pc:chgData name="Justina Bosco" userId="34d2248b7b366c5d" providerId="LiveId" clId="{1F79D049-B36B-4B72-9C02-E53242B45241}" dt="2026-03-28T10:00:43.217" v="2388" actId="1440"/>
        <pc:sldMkLst>
          <pc:docMk/>
          <pc:sldMk cId="444253699" sldId="376"/>
        </pc:sldMkLst>
        <pc:spChg chg="mod">
          <ac:chgData name="Justina Bosco" userId="34d2248b7b366c5d" providerId="LiveId" clId="{1F79D049-B36B-4B72-9C02-E53242B45241}" dt="2026-03-28T10:00:14.558" v="2383" actId="20577"/>
          <ac:spMkLst>
            <pc:docMk/>
            <pc:sldMk cId="444253699" sldId="376"/>
            <ac:spMk id="4" creationId="{E4FFC1F6-58BD-8DB1-5B5D-DBAB6A146050}"/>
          </ac:spMkLst>
        </pc:spChg>
        <pc:picChg chg="del">
          <ac:chgData name="Justina Bosco" userId="34d2248b7b366c5d" providerId="LiveId" clId="{1F79D049-B36B-4B72-9C02-E53242B45241}" dt="2026-03-28T09:59:54.513" v="2350" actId="478"/>
          <ac:picMkLst>
            <pc:docMk/>
            <pc:sldMk cId="444253699" sldId="376"/>
            <ac:picMk id="3" creationId="{F3ADE746-ED44-A84B-29EF-B2D1903D138C}"/>
          </ac:picMkLst>
        </pc:picChg>
        <pc:picChg chg="add mod">
          <ac:chgData name="Justina Bosco" userId="34d2248b7b366c5d" providerId="LiveId" clId="{1F79D049-B36B-4B72-9C02-E53242B45241}" dt="2026-03-28T09:59:55.107" v="2352"/>
          <ac:picMkLst>
            <pc:docMk/>
            <pc:sldMk cId="444253699" sldId="376"/>
            <ac:picMk id="6" creationId="{F6BA8524-F5A3-BC57-33C3-E3A30F7000BD}"/>
          </ac:picMkLst>
        </pc:picChg>
        <pc:picChg chg="add mod">
          <ac:chgData name="Justina Bosco" userId="34d2248b7b366c5d" providerId="LiveId" clId="{1F79D049-B36B-4B72-9C02-E53242B45241}" dt="2026-03-28T10:00:43.217" v="2388" actId="1440"/>
          <ac:picMkLst>
            <pc:docMk/>
            <pc:sldMk cId="444253699" sldId="376"/>
            <ac:picMk id="9" creationId="{789606AE-C6FF-236C-EDDF-DC3319F3717A}"/>
          </ac:picMkLst>
        </pc:picChg>
      </pc:sldChg>
      <pc:sldChg chg="addSp delSp modSp add mod">
        <pc:chgData name="Justina Bosco" userId="34d2248b7b366c5d" providerId="LiveId" clId="{1F79D049-B36B-4B72-9C02-E53242B45241}" dt="2026-03-28T10:06:29.461" v="2526" actId="20577"/>
        <pc:sldMkLst>
          <pc:docMk/>
          <pc:sldMk cId="3944423535" sldId="377"/>
        </pc:sldMkLst>
        <pc:spChg chg="mod">
          <ac:chgData name="Justina Bosco" userId="34d2248b7b366c5d" providerId="LiveId" clId="{1F79D049-B36B-4B72-9C02-E53242B45241}" dt="2026-03-28T10:06:15.796" v="2506" actId="20577"/>
          <ac:spMkLst>
            <pc:docMk/>
            <pc:sldMk cId="3944423535" sldId="377"/>
            <ac:spMk id="2" creationId="{CEE8D5E1-7A95-B1B6-8AFB-B8E0936BB251}"/>
          </ac:spMkLst>
        </pc:spChg>
        <pc:spChg chg="mod">
          <ac:chgData name="Justina Bosco" userId="34d2248b7b366c5d" providerId="LiveId" clId="{1F79D049-B36B-4B72-9C02-E53242B45241}" dt="2026-03-28T10:06:29.461" v="2526" actId="20577"/>
          <ac:spMkLst>
            <pc:docMk/>
            <pc:sldMk cId="3944423535" sldId="377"/>
            <ac:spMk id="6" creationId="{FCDE9972-1F6E-9A9F-A4B4-1B65A8859A63}"/>
          </ac:spMkLst>
        </pc:spChg>
        <pc:picChg chg="add mod">
          <ac:chgData name="Justina Bosco" userId="34d2248b7b366c5d" providerId="LiveId" clId="{1F79D049-B36B-4B72-9C02-E53242B45241}" dt="2026-03-28T10:06:02.420" v="2493" actId="26606"/>
          <ac:picMkLst>
            <pc:docMk/>
            <pc:sldMk cId="3944423535" sldId="377"/>
            <ac:picMk id="4" creationId="{FDCF9E2A-0536-8DE4-877E-37DBED0030CE}"/>
          </ac:picMkLst>
        </pc:picChg>
        <pc:picChg chg="del">
          <ac:chgData name="Justina Bosco" userId="34d2248b7b366c5d" providerId="LiveId" clId="{1F79D049-B36B-4B72-9C02-E53242B45241}" dt="2026-03-28T10:05:58.686" v="2491" actId="478"/>
          <ac:picMkLst>
            <pc:docMk/>
            <pc:sldMk cId="3944423535" sldId="377"/>
            <ac:picMk id="10" creationId="{94B6E360-8B35-EA1B-78D7-5648E0A55A5A}"/>
          </ac:picMkLst>
        </pc:picChg>
      </pc:sldChg>
      <pc:sldChg chg="addSp delSp modSp add mod">
        <pc:chgData name="Justina Bosco" userId="34d2248b7b366c5d" providerId="LiveId" clId="{1F79D049-B36B-4B72-9C02-E53242B45241}" dt="2026-03-28T10:09:46.107" v="2676" actId="20577"/>
        <pc:sldMkLst>
          <pc:docMk/>
          <pc:sldMk cId="2517578396" sldId="378"/>
        </pc:sldMkLst>
        <pc:spChg chg="mod">
          <ac:chgData name="Justina Bosco" userId="34d2248b7b366c5d" providerId="LiveId" clId="{1F79D049-B36B-4B72-9C02-E53242B45241}" dt="2026-03-28T10:09:46.107" v="2676" actId="20577"/>
          <ac:spMkLst>
            <pc:docMk/>
            <pc:sldMk cId="2517578396" sldId="378"/>
            <ac:spMk id="2" creationId="{235E336A-66DE-D2E3-37AE-477456A71C1D}"/>
          </ac:spMkLst>
        </pc:spChg>
        <pc:spChg chg="mod">
          <ac:chgData name="Justina Bosco" userId="34d2248b7b366c5d" providerId="LiveId" clId="{1F79D049-B36B-4B72-9C02-E53242B45241}" dt="2026-03-28T10:08:31.376" v="2673" actId="20577"/>
          <ac:spMkLst>
            <pc:docMk/>
            <pc:sldMk cId="2517578396" sldId="378"/>
            <ac:spMk id="6" creationId="{45E0D4FF-BC96-58B0-BC6A-82C2B7CDB81C}"/>
          </ac:spMkLst>
        </pc:spChg>
        <pc:picChg chg="del">
          <ac:chgData name="Justina Bosco" userId="34d2248b7b366c5d" providerId="LiveId" clId="{1F79D049-B36B-4B72-9C02-E53242B45241}" dt="2026-03-28T10:07:30.860" v="2528" actId="478"/>
          <ac:picMkLst>
            <pc:docMk/>
            <pc:sldMk cId="2517578396" sldId="378"/>
            <ac:picMk id="4" creationId="{557E1910-C140-275B-C8AE-76C4E84416CF}"/>
          </ac:picMkLst>
        </pc:picChg>
        <pc:picChg chg="add mod">
          <ac:chgData name="Justina Bosco" userId="34d2248b7b366c5d" providerId="LiveId" clId="{1F79D049-B36B-4B72-9C02-E53242B45241}" dt="2026-03-28T10:07:35.524" v="2530" actId="26606"/>
          <ac:picMkLst>
            <pc:docMk/>
            <pc:sldMk cId="2517578396" sldId="378"/>
            <ac:picMk id="5" creationId="{D456CFCC-6506-57BC-F767-5938E969A415}"/>
          </ac:picMkLst>
        </pc:picChg>
      </pc:sldChg>
      <pc:sldChg chg="addSp delSp modSp add mod">
        <pc:chgData name="Justina Bosco" userId="34d2248b7b366c5d" providerId="LiveId" clId="{1F79D049-B36B-4B72-9C02-E53242B45241}" dt="2026-03-28T10:11:15.761" v="2804" actId="20577"/>
        <pc:sldMkLst>
          <pc:docMk/>
          <pc:sldMk cId="3233621654" sldId="379"/>
        </pc:sldMkLst>
        <pc:spChg chg="mod">
          <ac:chgData name="Justina Bosco" userId="34d2248b7b366c5d" providerId="LiveId" clId="{1F79D049-B36B-4B72-9C02-E53242B45241}" dt="2026-03-28T10:10:54.929" v="2716" actId="20577"/>
          <ac:spMkLst>
            <pc:docMk/>
            <pc:sldMk cId="3233621654" sldId="379"/>
            <ac:spMk id="2" creationId="{4D0D3EEA-AE5D-4995-9D60-F94137FE6819}"/>
          </ac:spMkLst>
        </pc:spChg>
        <pc:spChg chg="mod">
          <ac:chgData name="Justina Bosco" userId="34d2248b7b366c5d" providerId="LiveId" clId="{1F79D049-B36B-4B72-9C02-E53242B45241}" dt="2026-03-28T10:11:15.761" v="2804" actId="20577"/>
          <ac:spMkLst>
            <pc:docMk/>
            <pc:sldMk cId="3233621654" sldId="379"/>
            <ac:spMk id="6" creationId="{038400AA-96C0-485D-2808-507CDA5D3CFA}"/>
          </ac:spMkLst>
        </pc:spChg>
        <pc:picChg chg="add mod">
          <ac:chgData name="Justina Bosco" userId="34d2248b7b366c5d" providerId="LiveId" clId="{1F79D049-B36B-4B72-9C02-E53242B45241}" dt="2026-03-28T10:10:35.736" v="2680" actId="26606"/>
          <ac:picMkLst>
            <pc:docMk/>
            <pc:sldMk cId="3233621654" sldId="379"/>
            <ac:picMk id="4" creationId="{78F98005-6C77-DB8B-0CB5-58F1BFE65D4F}"/>
          </ac:picMkLst>
        </pc:picChg>
        <pc:picChg chg="del">
          <ac:chgData name="Justina Bosco" userId="34d2248b7b366c5d" providerId="LiveId" clId="{1F79D049-B36B-4B72-9C02-E53242B45241}" dt="2026-03-28T10:10:27.535" v="2678" actId="478"/>
          <ac:picMkLst>
            <pc:docMk/>
            <pc:sldMk cId="3233621654" sldId="379"/>
            <ac:picMk id="5" creationId="{83E96BA9-FB4D-FA69-A7D7-57F861025053}"/>
          </ac:picMkLst>
        </pc:picChg>
      </pc:sldChg>
      <pc:sldChg chg="addSp delSp modSp add mod">
        <pc:chgData name="Justina Bosco" userId="34d2248b7b366c5d" providerId="LiveId" clId="{1F79D049-B36B-4B72-9C02-E53242B45241}" dt="2026-03-28T10:13:22.145" v="3158" actId="313"/>
        <pc:sldMkLst>
          <pc:docMk/>
          <pc:sldMk cId="2189673989" sldId="380"/>
        </pc:sldMkLst>
        <pc:spChg chg="mod">
          <ac:chgData name="Justina Bosco" userId="34d2248b7b366c5d" providerId="LiveId" clId="{1F79D049-B36B-4B72-9C02-E53242B45241}" dt="2026-03-28T10:12:08.362" v="2825" actId="20577"/>
          <ac:spMkLst>
            <pc:docMk/>
            <pc:sldMk cId="2189673989" sldId="380"/>
            <ac:spMk id="2" creationId="{C2809611-C192-F694-6FC3-F23118E58425}"/>
          </ac:spMkLst>
        </pc:spChg>
        <pc:spChg chg="mod">
          <ac:chgData name="Justina Bosco" userId="34d2248b7b366c5d" providerId="LiveId" clId="{1F79D049-B36B-4B72-9C02-E53242B45241}" dt="2026-03-28T10:13:22.145" v="3158" actId="313"/>
          <ac:spMkLst>
            <pc:docMk/>
            <pc:sldMk cId="2189673989" sldId="380"/>
            <ac:spMk id="6" creationId="{17D321B7-43B7-B0DF-B7FF-E6F1B7D90DA5}"/>
          </ac:spMkLst>
        </pc:spChg>
        <pc:picChg chg="del">
          <ac:chgData name="Justina Bosco" userId="34d2248b7b366c5d" providerId="LiveId" clId="{1F79D049-B36B-4B72-9C02-E53242B45241}" dt="2026-03-28T10:11:26.780" v="2806" actId="478"/>
          <ac:picMkLst>
            <pc:docMk/>
            <pc:sldMk cId="2189673989" sldId="380"/>
            <ac:picMk id="4" creationId="{2D237B0D-3C05-9EEC-6EA3-D20FFFD55115}"/>
          </ac:picMkLst>
        </pc:picChg>
        <pc:picChg chg="add mod">
          <ac:chgData name="Justina Bosco" userId="34d2248b7b366c5d" providerId="LiveId" clId="{1F79D049-B36B-4B72-9C02-E53242B45241}" dt="2026-03-28T10:11:50.738" v="2808" actId="26606"/>
          <ac:picMkLst>
            <pc:docMk/>
            <pc:sldMk cId="2189673989" sldId="380"/>
            <ac:picMk id="5" creationId="{DAD6B0CB-E8FE-EDC9-3F39-543ED9E2115E}"/>
          </ac:picMkLst>
        </pc:picChg>
      </pc:sldChg>
      <pc:sldChg chg="add del">
        <pc:chgData name="Justina Bosco" userId="34d2248b7b366c5d" providerId="LiveId" clId="{1F79D049-B36B-4B72-9C02-E53242B45241}" dt="2026-03-29T03:38:43.097" v="3394" actId="47"/>
        <pc:sldMkLst>
          <pc:docMk/>
          <pc:sldMk cId="1048079537" sldId="381"/>
        </pc:sldMkLst>
      </pc:sldChg>
      <pc:sldChg chg="add">
        <pc:chgData name="Justina Bosco" userId="34d2248b7b366c5d" providerId="LiveId" clId="{1F79D049-B36B-4B72-9C02-E53242B45241}" dt="2026-03-29T03:38:36.755" v="3393"/>
        <pc:sldMkLst>
          <pc:docMk/>
          <pc:sldMk cId="2075571220" sldId="3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F274-4B71-B193-C2B7-998727989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F5F51-D746-3127-A40D-40BE8C261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0E6DB-A7D5-ECB7-4353-6F128907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DONaid</a:t>
            </a:r>
            <a:r>
              <a:rPr lang="en-US" dirty="0"/>
              <a:t> is a lightweight web 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285AD-D850-86FC-FEE7-2E4FE7703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71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41A0-0788-99F8-5233-3466CAF5C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97850-7F06-1D69-0150-D75D82D96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AA43E-7E89-706D-4730-6171DC85D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0349E-C7C2-59B1-7D75-D0C0CF890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38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034E-8ED5-659B-6386-6BF72267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7FBCB-F045-2246-19E1-814C4E11D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E566D-CBA6-9CF9-7DCB-8DA92064A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7F1E4-F540-4C99-11B2-3C934FB51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548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CB46-0ED4-A469-CBC6-4C8C28ED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B0A3E-60D4-5798-CC3D-0A510A7D5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26A30-EFE6-43E6-F544-1473BE3C6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AABA0-9676-084A-F13E-478238CC6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546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F21A-2DD0-83CE-9026-0532C4A8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47F69-DC56-340B-DC95-7CDAB06EA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6D48C-3D97-AFDB-601F-D5D27CB03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8C60C-11B8-CD3A-A4C6-B01CA8342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431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5E55-3482-B6CD-0346-94EFD3D3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ED0FA-D083-081C-E767-3B144A4B1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24A4A-3F9F-E764-4643-9344EB74A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34C84-FEA5-E325-5B15-01895F36F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007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 and Socket.IO run on the same Node.js server to simplify deployment and authentication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27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453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AA491-673F-E7CC-DE8F-7D57A28B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20029-B26A-08FC-F5D0-C2AC791DF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CE225-413A-8B78-8D8B-DE7A488C8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84A1E-E33A-FC0C-B498-7439B274B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34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1E232-D3A1-ACDB-62EE-926EC8DC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A9468-54C4-86E7-B4A6-D69831151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DC48F-0940-620E-8160-53473287E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13896-4BD0-0618-58E0-811AE68C2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493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3B10-9845-271C-88E9-6BE132EB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405E3-B849-2FED-03EF-E01EA0A54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CC1BF-64AB-97E7-B14F-2BB54E3A1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00230-7A81-2E73-ABAF-47656A8C6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902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5233B-393D-ECFD-4A9A-A383A952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41F7E-D9C5-4E79-3BDE-EEB89CAFE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C9516-95A4-3FA1-4871-046461B55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2CA52-6DC7-FCF9-A7D0-69B269F7C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877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53BF-AFE3-5F6E-B44D-4ACB6AA0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C7745-9FAD-3269-D00D-A8F902A53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EC69E-245B-622C-0513-2422C48A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7FE78-E66B-EA6C-0A5F-A86ADD384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168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38BA-8081-9ED1-C900-62A84CFF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40134-0EBA-6EF7-AD61-2C49F3FA9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74420-B0A9-7F2F-0530-DD0136A74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E1223-5176-07AF-03E3-285E7AE55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847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1C97-ABDA-B394-DBDE-1BDA3228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379CC-AD68-085C-45BE-16FC2A02A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84FCA-9AC7-F926-CE85-FF5B01F04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07BB0-B446-0DDA-173F-A5CCC48EC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866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168EE-3994-1050-6046-8A041EB0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8349C-FAAB-F07C-331A-A45DBCB94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98878-A84E-6DE7-1D2C-1575841DE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tests validate authentication, authorization, and error handling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07089-9B0E-B8B3-1433-35F740ABC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0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2CAE-6639-5F52-980C-FF362EBB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668EA-A317-5438-64B3-29F10C313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CEED3-4F02-1281-2A1E-5A860026F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Branching allowed me to develop features safely and keep the main branch stable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BF01A-04C2-A08C-2F53-99E656264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21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D4AC-EE41-7661-9CCF-03B87557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578F8-B1CA-CE47-C987-B15702D92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8172F-BC8F-E79C-0F52-7D8DCA459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8E5AA-4F1E-62DE-5242-2E1C186FC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748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738F-E906-CE72-995D-D96BECA9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20B68-3039-3B95-9D8D-0A06B2E16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C5CB7-413C-3E32-5BED-DD23D4C79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6C2B9-F4AD-2A81-D251-7255A0676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245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87A2B-E9A5-AED3-7AF9-548DA657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B9BAB-E318-42D7-F3AB-B4A484113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DEA8D-E5E5-BA1F-E1B4-0722865A6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65875-3036-DF33-AE6C-C28C30990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5688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B6B9E-87A1-C92B-86A3-65CD0301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20BCB-85FA-39CD-CD6B-39C986DFE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9B773-3921-7F10-922F-6BBECBAAD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07098-AD79-3C9F-6079-7E5D6102A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177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3E8A1-BF7D-A4CE-55F6-9A7D9BF1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C67CD-FD10-636B-4F43-E3D8FF75B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F86E9-97D1-2C27-B280-957EDEA52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E029C-8493-2868-BB85-4855589A8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60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71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96479-4BF6-0177-9A99-7F4D91A2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A918A-5958-1F83-8758-6D0ED0173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576C-0F01-F5EA-A253-96F9AE780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B6C96-6FC1-9AE1-85F5-24A3C271D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552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stinabosconz/IOD-Capstone-DONaid-Web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dirty="0" err="1"/>
              <a:t>DONaid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3E4C2-1C12-B431-5782-D8699B8AFBF3}"/>
              </a:ext>
            </a:extLst>
          </p:cNvPr>
          <p:cNvSpPr txBox="1">
            <a:spLocks/>
          </p:cNvSpPr>
          <p:nvPr/>
        </p:nvSpPr>
        <p:spPr>
          <a:xfrm>
            <a:off x="770660" y="4042066"/>
            <a:ext cx="10650681" cy="229684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Capstone Project Presentation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LINK</a:t>
            </a:r>
            <a:endParaRPr lang="en-US" b="1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/>
              <a:t>2025-10-07-se-pt-au</a:t>
            </a:r>
            <a:br>
              <a:rPr lang="en-US" dirty="0"/>
            </a:br>
            <a:r>
              <a:rPr lang="en-US" dirty="0"/>
              <a:t>Justina Bosco | 2 April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64EC-874C-D9D5-53A7-C9D4B010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AD78-CC34-3B1E-6645-BC2701B5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noProof="0" dirty="0"/>
              <a:t>What is </a:t>
            </a:r>
            <a:r>
              <a:rPr lang="en-US" noProof="0" dirty="0" err="1"/>
              <a:t>DONaid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912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lvl="0"/>
            <a:r>
              <a:rPr lang="en-US" dirty="0" err="1"/>
              <a:t>DONaid</a:t>
            </a:r>
            <a:r>
              <a:rPr lang="en-US" dirty="0"/>
              <a:t> is a lightweight donation marketplace web application.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6935-7F90-48AD-29E5-45EC4C01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5C15-3E6A-A349-EDF5-1CA77B43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Core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68BAB-7A3C-F4DC-D0DC-DAD484E0F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User registration + login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Create donation listings (title, description, category, condition, image)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Browse and search available donation items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NZ" dirty="0"/>
              <a:t>Real‑time messaging using Socket.IO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697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264C-519E-BE66-BD1A-7CA2D4CF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9C47A-A835-EFA0-9CBD-05717466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BDAC-F14B-6F4C-F46E-0C0A271C7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Donors: post items and coordinate handover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Recipients: browse items and request via message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Community groups/charities: source items</a:t>
            </a:r>
          </a:p>
        </p:txBody>
      </p:sp>
    </p:spTree>
    <p:extLst>
      <p:ext uri="{BB962C8B-B14F-4D97-AF65-F5344CB8AC3E}">
        <p14:creationId xmlns:p14="http://schemas.microsoft.com/office/powerpoint/2010/main" val="202086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85A3-C62A-2765-DD6D-464A39D3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D439-C70C-83ED-ADED-47506F3C5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AFB58-71B4-633A-C4A4-44410D6A43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Many households have usable items they no longer need, while others cannot easily afford replacements. A simple platform for local donation reduces waste and helps communities.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135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7D6B5-759F-4430-3AC7-25195CCC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1AC3-3032-DCAA-EA79-51201B526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dirty="0"/>
              <a:t>How is </a:t>
            </a:r>
            <a:r>
              <a:rPr lang="en-US" dirty="0" err="1"/>
              <a:t>DONaid</a:t>
            </a:r>
            <a:r>
              <a:rPr lang="en-US" dirty="0"/>
              <a:t> different from other platforms?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291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75943" y="924339"/>
            <a:ext cx="6132595" cy="5009322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2000" dirty="0"/>
              <a:t>Lower landfill waste and carbon impact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2000" dirty="0"/>
              <a:t>Improves access to essential household goods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2000" dirty="0"/>
              <a:t>Strengthens community support networks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B213-CDA0-B57D-70EB-33611A3B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127A-1B6D-E616-35B9-48E058D8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D19C-EF8B-D459-6AA2-10DC931AA6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75943" y="924339"/>
            <a:ext cx="6132595" cy="5009322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NZ" sz="2000" dirty="0"/>
              <a:t>Usable and responsive UI (Material UI)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NZ" sz="2000" dirty="0"/>
              <a:t>Secure authentication and authorization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NZ" sz="2000" dirty="0"/>
              <a:t>Maintainable MVC backend architecture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NZ" sz="2000" dirty="0"/>
              <a:t>Automated testing to support reliability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269759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7DFA-9278-9CB6-C5BC-520AB107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2078290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noProof="0" dirty="0"/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A8C7B8-C4BF-D29D-EBD3-84005BFE8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41" b="23651"/>
          <a:stretch>
            <a:fillRect/>
          </a:stretch>
        </p:blipFill>
        <p:spPr>
          <a:xfrm>
            <a:off x="4795315" y="1231619"/>
            <a:ext cx="6866750" cy="45835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06AC8A-162C-5E86-8A29-04B6BCDD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73" y="571501"/>
            <a:ext cx="11139054" cy="1028699"/>
          </a:xfrm>
        </p:spPr>
        <p:txBody>
          <a:bodyPr anchor="ctr"/>
          <a:lstStyle/>
          <a:p>
            <a:pPr lvl="0"/>
            <a:r>
              <a:rPr lang="en-US" dirty="0"/>
              <a:t>User Stories</a:t>
            </a:r>
            <a:endParaRPr lang="en-US" noProof="0" dirty="0"/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FD014E9B-B0FD-5706-E957-0CE95837C16F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74321319"/>
              </p:ext>
            </p:extLst>
          </p:nvPr>
        </p:nvGraphicFramePr>
        <p:xfrm>
          <a:off x="838200" y="1860550"/>
          <a:ext cx="10579100" cy="4154252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289550">
                  <a:extLst>
                    <a:ext uri="{9D8B030D-6E8A-4147-A177-3AD203B41FA5}">
                      <a16:colId xmlns:a16="http://schemas.microsoft.com/office/drawing/2014/main" val="130956065"/>
                    </a:ext>
                  </a:extLst>
                </a:gridCol>
                <a:gridCol w="5289550">
                  <a:extLst>
                    <a:ext uri="{9D8B030D-6E8A-4147-A177-3AD203B41FA5}">
                      <a16:colId xmlns:a16="http://schemas.microsoft.com/office/drawing/2014/main" val="2116711163"/>
                    </a:ext>
                  </a:extLst>
                </a:gridCol>
              </a:tblGrid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As a Donor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As a Recipient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017008"/>
                  </a:ext>
                </a:extLst>
              </a:tr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 a donor, I want to log in securely so that only I can modify my items.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recipient, I want to browse available items so I can find what I need.</a:t>
                      </a:r>
                    </a:p>
                  </a:txBody>
                  <a:tcPr marL="62230" marR="62230" marT="0" marB="0"/>
                </a:tc>
                <a:extLst>
                  <a:ext uri="{0D108BD9-81ED-4DB2-BD59-A6C34878D82A}">
                    <a16:rowId xmlns:a16="http://schemas.microsoft.com/office/drawing/2014/main" val="511888340"/>
                  </a:ext>
                </a:extLst>
              </a:tr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 a donor, I want to list items with images and descriptions so that recipients can clearly understand what I’m offering.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recipient, I want to search and filter items so I can narrow down results based on category or name.</a:t>
                      </a:r>
                    </a:p>
                  </a:txBody>
                  <a:tcPr marL="62230" marR="62230" marT="0" marB="0"/>
                </a:tc>
                <a:extLst>
                  <a:ext uri="{0D108BD9-81ED-4DB2-BD59-A6C34878D82A}">
                    <a16:rowId xmlns:a16="http://schemas.microsoft.com/office/drawing/2014/main" val="3937089168"/>
                  </a:ext>
                </a:extLst>
              </a:tr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 a donor, I want to edit or delete my own listings so I can keep my available items up to date.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recipient, I want to message donors directly about specific items so I can ask questions or arrange collection.</a:t>
                      </a:r>
                    </a:p>
                  </a:txBody>
                  <a:tcPr marL="62230" marR="62230" marT="0" marB="0"/>
                </a:tc>
                <a:extLst>
                  <a:ext uri="{0D108BD9-81ED-4DB2-BD59-A6C34878D82A}">
                    <a16:rowId xmlns:a16="http://schemas.microsoft.com/office/drawing/2014/main" val="1031597798"/>
                  </a:ext>
                </a:extLst>
              </a:tr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 a donor, I want to receive messages from interested recipients so I can coordinate item pickup or delivery.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recipient, I want to view item details and images so I can decide whether the item meets my needs.</a:t>
                      </a:r>
                    </a:p>
                  </a:txBody>
                  <a:tcPr marL="62230" marR="62230" marT="0" marB="0"/>
                </a:tc>
                <a:extLst>
                  <a:ext uri="{0D108BD9-81ED-4DB2-BD59-A6C34878D82A}">
                    <a16:rowId xmlns:a16="http://schemas.microsoft.com/office/drawing/2014/main" val="1194376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970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EF70-82D5-7640-21AD-BEAC8FBD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42" y="132080"/>
            <a:ext cx="4928894" cy="6507711"/>
          </a:xfrm>
        </p:spPr>
        <p:txBody>
          <a:bodyPr/>
          <a:lstStyle/>
          <a:p>
            <a:pPr lvl="0"/>
            <a:r>
              <a:rPr lang="en-US" dirty="0"/>
              <a:t>Dependencies</a:t>
            </a:r>
            <a:endParaRPr lang="en-US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1C915CE-EC91-4DEE-9C0D-2A94031D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" r="101"/>
          <a:stretch/>
        </p:blipFill>
        <p:spPr>
          <a:xfrm>
            <a:off x="7429500" y="992188"/>
            <a:ext cx="3425825" cy="501808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E634CC2-BD91-4561-FCAE-2A7627AE8174}"/>
              </a:ext>
            </a:extLst>
          </p:cNvPr>
          <p:cNvSpPr txBox="1">
            <a:spLocks/>
          </p:cNvSpPr>
          <p:nvPr/>
        </p:nvSpPr>
        <p:spPr>
          <a:xfrm>
            <a:off x="7545139" y="1167039"/>
            <a:ext cx="3166403" cy="4633460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b="1" kern="1200" spc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1800" dirty="0" err="1">
                <a:solidFill>
                  <a:schemeClr val="tx1"/>
                </a:solidFill>
              </a:rPr>
              <a:t>npm</a:t>
            </a:r>
            <a:r>
              <a:rPr lang="en-US" sz="1800" dirty="0">
                <a:solidFill>
                  <a:schemeClr val="tx1"/>
                </a:solidFill>
              </a:rPr>
              <a:t> express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dotenev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sequelize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mysql2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test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supertest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808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8B86-0F41-01E7-C1E3-CFDE327B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9741-A065-FBEE-82DE-0463FAD7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51" y="-50774"/>
            <a:ext cx="10571998" cy="1928264"/>
          </a:xfrm>
        </p:spPr>
        <p:txBody>
          <a:bodyPr/>
          <a:lstStyle/>
          <a:p>
            <a:pPr lvl="0"/>
            <a:r>
              <a:rPr lang="en-US" dirty="0"/>
              <a:t>Wireframe</a:t>
            </a:r>
            <a:endParaRPr lang="en-US" noProof="0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A2460FA7-57AA-FAA3-D6FC-A540AC146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60" y="2595572"/>
            <a:ext cx="2295525" cy="18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4">
            <a:extLst>
              <a:ext uri="{FF2B5EF4-FFF2-40B4-BE49-F238E27FC236}">
                <a16:creationId xmlns:a16="http://schemas.microsoft.com/office/drawing/2014/main" id="{6B21378C-3A1A-0EB4-82AE-33E1503FA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960" y="1955809"/>
            <a:ext cx="36322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5">
            <a:extLst>
              <a:ext uri="{FF2B5EF4-FFF2-40B4-BE49-F238E27FC236}">
                <a16:creationId xmlns:a16="http://schemas.microsoft.com/office/drawing/2014/main" id="{C4B14A48-4756-8C5C-9A1F-85CC36DEB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48" y="2381259"/>
            <a:ext cx="3171825" cy="245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1721A08D-683E-7E1D-6A7D-902C8FED0B3B}"/>
              </a:ext>
            </a:extLst>
          </p:cNvPr>
          <p:cNvSpPr/>
          <p:nvPr/>
        </p:nvSpPr>
        <p:spPr>
          <a:xfrm>
            <a:off x="3098347" y="3297780"/>
            <a:ext cx="675640" cy="494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NZ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BB278E9-32EE-0D35-611C-031ED03C3569}"/>
              </a:ext>
            </a:extLst>
          </p:cNvPr>
          <p:cNvSpPr/>
          <p:nvPr/>
        </p:nvSpPr>
        <p:spPr>
          <a:xfrm>
            <a:off x="6933746" y="3297780"/>
            <a:ext cx="675640" cy="494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NZ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C23258-E5D2-AF32-1CC6-F4533F1CA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Z" altLang="en-US" sz="1600" b="0" i="0" u="none" strike="noStrike" cap="none" normalizeH="0" baseline="0">
              <a:ln>
                <a:noFill/>
              </a:ln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Z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65EB866-C245-C59A-7CF3-36FF1B874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1857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830E0-E0DA-00FC-CEC9-16C10C81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3814-126B-229D-2A37-6CBD08BF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 anchor="ctr">
            <a:normAutofit/>
          </a:bodyPr>
          <a:lstStyle/>
          <a:p>
            <a:pPr lvl="0"/>
            <a:r>
              <a:rPr lang="en-US" noProof="0" dirty="0"/>
              <a:t>Schema</a:t>
            </a:r>
          </a:p>
        </p:txBody>
      </p:sp>
      <p:pic>
        <p:nvPicPr>
          <p:cNvPr id="4" name="Picture 3" descr="Schemas.png">
            <a:extLst>
              <a:ext uri="{FF2B5EF4-FFF2-40B4-BE49-F238E27FC236}">
                <a16:creationId xmlns:a16="http://schemas.microsoft.com/office/drawing/2014/main" id="{82311427-75CC-5478-B7D1-53C1E5E2B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67" b="1"/>
          <a:stretch>
            <a:fillRect/>
          </a:stretch>
        </p:blipFill>
        <p:spPr>
          <a:xfrm>
            <a:off x="5346793" y="924340"/>
            <a:ext cx="5684373" cy="5009322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466297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35C6-2DE4-E08E-911A-B692076E2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00AC4-3E19-F8DD-A599-79519B04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2" y="890164"/>
            <a:ext cx="10571998" cy="1928264"/>
          </a:xfrm>
        </p:spPr>
        <p:txBody>
          <a:bodyPr/>
          <a:lstStyle/>
          <a:p>
            <a:pPr lvl="0"/>
            <a:r>
              <a:rPr lang="en-US" noProof="0" dirty="0"/>
              <a:t>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7E321-FA2A-CE75-099F-A37CE30DB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3694102"/>
            <a:ext cx="10572000" cy="896468"/>
          </a:xfrm>
        </p:spPr>
        <p:txBody>
          <a:bodyPr/>
          <a:lstStyle/>
          <a:p>
            <a:pPr lvl="0"/>
            <a:r>
              <a:rPr lang="en-US" dirty="0"/>
              <a:t>Using Thunder Client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5432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3B0D-0D34-AC32-3F1D-2B1ECE0B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5DAC69-7C65-12CD-5AF3-8E5D4F1E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3230" y="4258062"/>
            <a:ext cx="5695102" cy="2092049"/>
          </a:xfrm>
        </p:spPr>
        <p:txBody>
          <a:bodyPr/>
          <a:lstStyle/>
          <a:p>
            <a:r>
              <a:rPr lang="en-US" dirty="0"/>
              <a:t>Registering a new user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F30E2774-5610-A59F-0817-CB735AA6AF2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2250BE-7858-3CF1-19D3-FA07AEF65C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420D1B-6E3C-4635-0049-5E0138E0C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8611"/>
            <a:ext cx="12192000" cy="440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F52BB-DB06-BC20-1F15-65E192DFD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B96056-40FC-05EF-14F7-069164C9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6" y="4258062"/>
            <a:ext cx="6282046" cy="2092049"/>
          </a:xfrm>
        </p:spPr>
        <p:txBody>
          <a:bodyPr/>
          <a:lstStyle/>
          <a:p>
            <a:r>
              <a:rPr lang="en-US" dirty="0"/>
              <a:t>Registering an existing user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4EBC9424-0FA4-5F66-331E-20F71215D74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04FC40-4F96-E44D-E765-08101E84E4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654DBC-5F54-B989-E129-299E8A213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039"/>
            <a:ext cx="12192000" cy="442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09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0580-7F09-2590-742E-5861ADF2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7AC070-9052-6D9F-3BC5-757A69FA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56" y="4403205"/>
            <a:ext cx="8432799" cy="2092049"/>
          </a:xfrm>
        </p:spPr>
        <p:txBody>
          <a:bodyPr/>
          <a:lstStyle/>
          <a:p>
            <a:r>
              <a:rPr lang="en-US" dirty="0"/>
              <a:t>Logging in using correct credentials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4E8FE2CE-A637-3BBE-AF83-BE2C1B79766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DAE5D8-401D-F47F-BB1A-517F768FA4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7E1CD-50B2-A945-099E-19A60B0D0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039"/>
            <a:ext cx="12192000" cy="442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14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FFE7-56C6-5A6A-06F0-6E642427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F18F9D-18E3-B264-9E10-EE8A8662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56" y="4403205"/>
            <a:ext cx="8432799" cy="2092049"/>
          </a:xfrm>
        </p:spPr>
        <p:txBody>
          <a:bodyPr/>
          <a:lstStyle/>
          <a:p>
            <a:r>
              <a:rPr lang="en-US" dirty="0"/>
              <a:t>Logging in using invalid credentials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6379D9D1-AEAD-6E54-5101-7969032A23F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62E955-C080-33AF-9BE3-0FF6E044F5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7BF07-1912-8720-A1E2-DBA4084CE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039"/>
            <a:ext cx="12192000" cy="442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94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1123-C2A4-1056-66B7-38B8E680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FFC1F6-58BD-8DB1-5B5D-DBAB6A14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56" y="4403205"/>
            <a:ext cx="8432799" cy="2092049"/>
          </a:xfrm>
        </p:spPr>
        <p:txBody>
          <a:bodyPr/>
          <a:lstStyle/>
          <a:p>
            <a:r>
              <a:rPr lang="en-US" dirty="0"/>
              <a:t>Posting item using valid token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50217391-87E3-E595-10BE-A63A43FA336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D9D8E5-A9E7-C2EB-799F-69208A9A5B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8524-F5A3-BC57-33C3-E3A30F700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039"/>
            <a:ext cx="12192000" cy="44299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9606AE-C6FF-236C-EDDF-DC3319F37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591" y="57952"/>
            <a:ext cx="3832804" cy="15020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44253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56C8-5EB1-D818-652E-A6121C4D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31BD-B4C4-669C-8B7C-E034D567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06" y="2012702"/>
            <a:ext cx="3990110" cy="2192482"/>
          </a:xfrm>
        </p:spPr>
        <p:txBody>
          <a:bodyPr anchor="ctr">
            <a:normAutofit/>
          </a:bodyPr>
          <a:lstStyle/>
          <a:p>
            <a:r>
              <a:rPr lang="en-US" dirty="0"/>
              <a:t>GIT Branches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13B9D-8E53-9F21-61E2-CA498D5830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7" r="38672" b="-1"/>
          <a:stretch>
            <a:fillRect/>
          </a:stretch>
        </p:blipFill>
        <p:spPr>
          <a:xfrm>
            <a:off x="5237732" y="946205"/>
            <a:ext cx="5971020" cy="51616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6410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957A9-3EF7-B5EF-59CA-D23B7E5F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D24F-9A99-32D5-7708-C52A3C16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noProof="0" dirty="0"/>
              <a:t>Log in Page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6D2BC-5F55-4558-7A5B-A198102FE55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lnSpc>
                <a:spcPct val="140000"/>
              </a:lnSpc>
              <a:spcAft>
                <a:spcPts val="600"/>
              </a:spcAft>
            </a:pPr>
            <a:r>
              <a:rPr lang="en-US" sz="1700" dirty="0"/>
              <a:t>For existing users to log in using correct credentials</a:t>
            </a:r>
            <a:endParaRPr lang="en-US" sz="17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302298-376E-00B5-4B34-221672771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732" y="1765582"/>
            <a:ext cx="5971020" cy="35229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0418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5ACB-8F58-0B33-88EE-4A48C5F9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D5E1-7A95-B1B6-8AFB-B8E0936B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Sign up</a:t>
            </a:r>
            <a:r>
              <a:rPr lang="en-US" noProof="0" dirty="0"/>
              <a:t> Page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E9972-1F6E-9A9F-A4B4-1B65A8859A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dirty="0"/>
              <a:t>For new users to create an account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F9E2A-0536-8DE4-877E-37DBED003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732" y="1340146"/>
            <a:ext cx="5971020" cy="43737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4423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7394-0640-99A9-0D4F-53D08CEC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336A-66DE-D2E3-37AE-477456A7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Filtering Pane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0D4FF-BC96-58B0-BC6A-82C2B7CDB8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dirty="0"/>
              <a:t>For users to search for all listed items</a:t>
            </a:r>
          </a:p>
          <a:p>
            <a:pPr lvl="0">
              <a:spcAft>
                <a:spcPts val="600"/>
              </a:spcAft>
            </a:pPr>
            <a:r>
              <a:rPr lang="en-US" noProof="0" dirty="0"/>
              <a:t>For </a:t>
            </a:r>
            <a:r>
              <a:rPr lang="en-US" dirty="0"/>
              <a:t>users to manage their posted items</a:t>
            </a:r>
          </a:p>
          <a:p>
            <a:pPr lvl="0">
              <a:spcAft>
                <a:spcPts val="600"/>
              </a:spcAft>
            </a:pPr>
            <a:r>
              <a:rPr lang="en-US" noProof="0" dirty="0"/>
              <a:t>To fil</a:t>
            </a:r>
            <a:r>
              <a:rPr lang="en-US" dirty="0"/>
              <a:t>ter items according to requirement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6CFCC-6506-57BC-F767-5938E969A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992" y="946205"/>
            <a:ext cx="3432500" cy="51616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7578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D0D9-D795-A8FA-84D0-98406690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3EEA-AE5D-4995-9D60-F94137FE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Listed Items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400AA-96C0-485D-2808-507CDA5D3C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dirty="0"/>
              <a:t>The right side of the page displays all the items listed by all the users by default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98005-6C77-DB8B-0CB5-58F1BFE65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732" y="2444785"/>
            <a:ext cx="5971020" cy="2164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3621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2A77-8F03-CC4B-40AE-E331F70C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9611-C192-F694-6FC3-F23118E5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Individual Items Page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321B7-43B7-B0DF-B7FF-E6F1B7D90DA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dirty="0"/>
              <a:t>Individual item with description to enable real-time chatting, connecting donor and recipient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6B0CB-E8FE-EDC9-3F39-543ED9E21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703" y="946205"/>
            <a:ext cx="4297077" cy="51616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9673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1BB1-C5B6-C34A-6087-48682887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057" y="-156315"/>
            <a:ext cx="3990110" cy="50093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Project </a:t>
            </a:r>
            <a:r>
              <a:rPr lang="en-US">
                <a:solidFill>
                  <a:schemeClr val="tx1"/>
                </a:solidFill>
              </a:rPr>
              <a:t>timeline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8EB2C-E77B-E540-265F-E2A02FF942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36C9F5-7D38-B0FD-62C3-DD0C2B1B9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" y="2921928"/>
            <a:ext cx="12012701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54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3D5F-CC32-3948-3E87-B0434CD7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Future Improvements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75AD99A6-1BD2-A28A-1990-ADB3D798B49C}"/>
              </a:ext>
            </a:extLst>
          </p:cNvPr>
          <p:cNvGraphicFramePr>
            <a:graphicFrameLocks noGrp="1"/>
          </p:cNvGraphicFramePr>
          <p:nvPr>
            <p:ph type="tbl" sz="quarter" idx="10"/>
          </p:nvPr>
        </p:nvGraphicFramePr>
        <p:xfrm>
          <a:off x="838200" y="1781037"/>
          <a:ext cx="10515600" cy="456413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656913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7906539"/>
                    </a:ext>
                  </a:extLst>
                </a:gridCol>
              </a:tblGrid>
              <a:tr h="1521377"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Email 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Future enhancement will enable email notifications to donors when any user is interested in their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151280"/>
                  </a:ext>
                </a:extLst>
              </a:tr>
              <a:tr h="1521377"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Geographic Information System (GIS) functionality can help users locate the donor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52623"/>
                  </a:ext>
                </a:extLst>
              </a:tr>
              <a:tr h="1521377"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Password 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Very essential, users will be able to reset their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749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571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F4E64-C17F-C830-A581-4B0BA4DA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0A91-7463-A3F6-ED20-A513223D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567994"/>
            <a:ext cx="10571998" cy="3366198"/>
          </a:xfrm>
        </p:spPr>
        <p:txBody>
          <a:bodyPr/>
          <a:lstStyle/>
          <a:p>
            <a:pPr lvl="0"/>
            <a:r>
              <a:rPr lang="en-NZ" noProof="0" dirty="0"/>
              <a:t>Special thanks to our trainer for his guidance throughout the project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3831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dirty="0"/>
              <a:t>Justina Bosco</a:t>
            </a:r>
            <a:endParaRPr lang="en-US" noProof="0" dirty="0"/>
          </a:p>
          <a:p>
            <a:pPr lvl="0"/>
            <a:r>
              <a:rPr lang="en-US" noProof="0" dirty="0"/>
              <a:t>justinabosconz@gmail.com</a:t>
            </a:r>
          </a:p>
          <a:p>
            <a:pPr lvl="0"/>
            <a:r>
              <a:rPr lang="en-US" dirty="0"/>
              <a:t>https://www.linkedin.com/in/justina-bosco-514b86188/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{930BFD8F-E27A-421A-8F8C-FAC14E3123FB}TF4e23ad37-c1a6-42e6-a6ec-6518d97eca9ec3cad5d6_win32-e4fb00466b0d</Template>
  <TotalTime>305</TotalTime>
  <Words>636</Words>
  <Application>Microsoft Office PowerPoint</Application>
  <PresentationFormat>Widescreen</PresentationFormat>
  <Paragraphs>121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Century Gothic</vt:lpstr>
      <vt:lpstr>Wingdings</vt:lpstr>
      <vt:lpstr>Wingdings 2</vt:lpstr>
      <vt:lpstr>Quotable</vt:lpstr>
      <vt:lpstr>DONaid</vt:lpstr>
      <vt:lpstr>What is DONaid</vt:lpstr>
      <vt:lpstr>Overview</vt:lpstr>
      <vt:lpstr>Core features</vt:lpstr>
      <vt:lpstr>Stakeholders</vt:lpstr>
      <vt:lpstr>Business problem</vt:lpstr>
      <vt:lpstr>How is DONaid different from other platforms?</vt:lpstr>
      <vt:lpstr>VALUE</vt:lpstr>
      <vt:lpstr>Non-functional requirements</vt:lpstr>
      <vt:lpstr>Architecture</vt:lpstr>
      <vt:lpstr>User Stories</vt:lpstr>
      <vt:lpstr>Dependencies</vt:lpstr>
      <vt:lpstr>Wireframe</vt:lpstr>
      <vt:lpstr>Schema</vt:lpstr>
      <vt:lpstr>Testing</vt:lpstr>
      <vt:lpstr>Registering a new user</vt:lpstr>
      <vt:lpstr>Registering an existing user</vt:lpstr>
      <vt:lpstr>Logging in using correct credentials</vt:lpstr>
      <vt:lpstr>Logging in using invalid credentials</vt:lpstr>
      <vt:lpstr>Posting item using valid token</vt:lpstr>
      <vt:lpstr>GIT Branches</vt:lpstr>
      <vt:lpstr>Log in Page</vt:lpstr>
      <vt:lpstr>Sign up Page</vt:lpstr>
      <vt:lpstr>Filtering Pane</vt:lpstr>
      <vt:lpstr>Listed Items</vt:lpstr>
      <vt:lpstr>Individual Items Page</vt:lpstr>
      <vt:lpstr>Project timeline</vt:lpstr>
      <vt:lpstr>Future Improvements</vt:lpstr>
      <vt:lpstr>Special thanks to our trainer for his guidance throughout the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Justina Bosco</dc:creator>
  <cp:lastModifiedBy>Justina Bosco</cp:lastModifiedBy>
  <cp:revision>12</cp:revision>
  <dcterms:created xsi:type="dcterms:W3CDTF">2026-03-28T06:33:01Z</dcterms:created>
  <dcterms:modified xsi:type="dcterms:W3CDTF">2026-03-29T03:38:48Z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738466f7-346c-47bb-a4d2-4a6558d61975_Enabled">
    <vt:lpwstr>true</vt:lpwstr>
  </property>
  <property fmtid="{D5CDD505-2E9C-101B-9397-08002B2CF9AE}" pid="4" name="MSIP_Label_738466f7-346c-47bb-a4d2-4a6558d61975_SetDate">
    <vt:lpwstr>2026-03-28T22:40:33Z</vt:lpwstr>
  </property>
  <property fmtid="{D5CDD505-2E9C-101B-9397-08002B2CF9AE}" pid="5" name="MSIP_Label_738466f7-346c-47bb-a4d2-4a6558d61975_Method">
    <vt:lpwstr>Privileged</vt:lpwstr>
  </property>
  <property fmtid="{D5CDD505-2E9C-101B-9397-08002B2CF9AE}" pid="6" name="MSIP_Label_738466f7-346c-47bb-a4d2-4a6558d61975_Name">
    <vt:lpwstr>UNCLASSIFIED</vt:lpwstr>
  </property>
  <property fmtid="{D5CDD505-2E9C-101B-9397-08002B2CF9AE}" pid="7" name="MSIP_Label_738466f7-346c-47bb-a4d2-4a6558d61975_SiteId">
    <vt:lpwstr>78b2bd11-e42b-47ea-b011-2e04c3af5ec1</vt:lpwstr>
  </property>
  <property fmtid="{D5CDD505-2E9C-101B-9397-08002B2CF9AE}" pid="8" name="MSIP_Label_738466f7-346c-47bb-a4d2-4a6558d61975_ActionId">
    <vt:lpwstr>43b22e3f-7d58-42b6-bc21-041de0253f8d</vt:lpwstr>
  </property>
  <property fmtid="{D5CDD505-2E9C-101B-9397-08002B2CF9AE}" pid="9" name="MSIP_Label_738466f7-346c-47bb-a4d2-4a6558d61975_ContentBits">
    <vt:lpwstr>0</vt:lpwstr>
  </property>
  <property fmtid="{D5CDD505-2E9C-101B-9397-08002B2CF9AE}" pid="10" name="MSIP_Label_738466f7-346c-47bb-a4d2-4a6558d61975_Tag">
    <vt:lpwstr>10, 0, 1, 1</vt:lpwstr>
  </property>
</Properties>
</file>